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32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9767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8124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3A0003B-BF60-45E1-EF17-279483CF2039}"/>
              </a:ext>
            </a:extLst>
          </p:cNvPr>
          <p:cNvSpPr/>
          <p:nvPr/>
        </p:nvSpPr>
        <p:spPr>
          <a:xfrm>
            <a:off x="386861" y="562709"/>
            <a:ext cx="1172307" cy="762000"/>
          </a:xfrm>
          <a:prstGeom prst="rect">
            <a:avLst/>
          </a:prstGeom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44390C9-7CCE-2AD6-77BC-514B7257BF86}"/>
              </a:ext>
            </a:extLst>
          </p:cNvPr>
          <p:cNvSpPr/>
          <p:nvPr/>
        </p:nvSpPr>
        <p:spPr>
          <a:xfrm>
            <a:off x="1910861" y="521678"/>
            <a:ext cx="1172307" cy="803031"/>
          </a:xfrm>
          <a:prstGeom prst="roundRect">
            <a:avLst/>
          </a:prstGeom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: Single Corner Snipped 3">
            <a:extLst>
              <a:ext uri="{FF2B5EF4-FFF2-40B4-BE49-F238E27FC236}">
                <a16:creationId xmlns:a16="http://schemas.microsoft.com/office/drawing/2014/main" id="{E3DDB47A-ACC7-A9D1-9268-1AA0903C8CA0}"/>
              </a:ext>
            </a:extLst>
          </p:cNvPr>
          <p:cNvSpPr/>
          <p:nvPr/>
        </p:nvSpPr>
        <p:spPr>
          <a:xfrm>
            <a:off x="3335215" y="562709"/>
            <a:ext cx="1248508" cy="762000"/>
          </a:xfrm>
          <a:prstGeom prst="snip1Rect">
            <a:avLst/>
          </a:prstGeom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: Top Corners Snipped 4">
            <a:extLst>
              <a:ext uri="{FF2B5EF4-FFF2-40B4-BE49-F238E27FC236}">
                <a16:creationId xmlns:a16="http://schemas.microsoft.com/office/drawing/2014/main" id="{C5E41316-CFC9-04BC-9423-FD2E0DF7D2F4}"/>
              </a:ext>
            </a:extLst>
          </p:cNvPr>
          <p:cNvSpPr/>
          <p:nvPr/>
        </p:nvSpPr>
        <p:spPr>
          <a:xfrm>
            <a:off x="4835770" y="562709"/>
            <a:ext cx="1207476" cy="762000"/>
          </a:xfrm>
          <a:prstGeom prst="snip2SameRect">
            <a:avLst/>
          </a:prstGeom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DDBDCA77-20D6-942C-B60C-C1336FEEC38F}"/>
              </a:ext>
            </a:extLst>
          </p:cNvPr>
          <p:cNvSpPr/>
          <p:nvPr/>
        </p:nvSpPr>
        <p:spPr>
          <a:xfrm>
            <a:off x="6254262" y="562709"/>
            <a:ext cx="1248508" cy="803031"/>
          </a:xfrm>
          <a:prstGeom prst="snip2DiagRect">
            <a:avLst/>
          </a:prstGeom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: Top Corners One Rounded and One Snipped 6">
            <a:extLst>
              <a:ext uri="{FF2B5EF4-FFF2-40B4-BE49-F238E27FC236}">
                <a16:creationId xmlns:a16="http://schemas.microsoft.com/office/drawing/2014/main" id="{915A8C86-5E74-9348-B01A-DDE58741E065}"/>
              </a:ext>
            </a:extLst>
          </p:cNvPr>
          <p:cNvSpPr/>
          <p:nvPr/>
        </p:nvSpPr>
        <p:spPr>
          <a:xfrm>
            <a:off x="7778262" y="562709"/>
            <a:ext cx="1248508" cy="803031"/>
          </a:xfrm>
          <a:prstGeom prst="snipRoundRect">
            <a:avLst/>
          </a:prstGeom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DBE7845F-575B-BD95-84F8-75056B207754}"/>
              </a:ext>
            </a:extLst>
          </p:cNvPr>
          <p:cNvSpPr/>
          <p:nvPr/>
        </p:nvSpPr>
        <p:spPr>
          <a:xfrm>
            <a:off x="9278817" y="562709"/>
            <a:ext cx="1119552" cy="803031"/>
          </a:xfrm>
          <a:prstGeom prst="round2SameRect">
            <a:avLst/>
          </a:prstGeom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B82C562B-FEA3-174F-1EE9-33462AED694C}"/>
              </a:ext>
            </a:extLst>
          </p:cNvPr>
          <p:cNvSpPr/>
          <p:nvPr/>
        </p:nvSpPr>
        <p:spPr>
          <a:xfrm>
            <a:off x="10591800" y="562709"/>
            <a:ext cx="1119552" cy="803031"/>
          </a:xfrm>
          <a:prstGeom prst="round2DiagRect">
            <a:avLst/>
          </a:prstGeom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B9C177C-177C-5A30-368D-2F1B9F282A88}"/>
              </a:ext>
            </a:extLst>
          </p:cNvPr>
          <p:cNvSpPr/>
          <p:nvPr/>
        </p:nvSpPr>
        <p:spPr>
          <a:xfrm>
            <a:off x="386861" y="1992923"/>
            <a:ext cx="1172307" cy="803031"/>
          </a:xfrm>
          <a:prstGeom prst="ellipse">
            <a:avLst/>
          </a:prstGeom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657D5096-A723-8C35-666A-2713A1E4491B}"/>
              </a:ext>
            </a:extLst>
          </p:cNvPr>
          <p:cNvSpPr/>
          <p:nvPr/>
        </p:nvSpPr>
        <p:spPr>
          <a:xfrm>
            <a:off x="1740877" y="1992923"/>
            <a:ext cx="1225061" cy="803031"/>
          </a:xfrm>
          <a:prstGeom prst="triangle">
            <a:avLst/>
          </a:prstGeom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421B31F3-6EA5-A5DE-7344-855A1C012E50}"/>
              </a:ext>
            </a:extLst>
          </p:cNvPr>
          <p:cNvSpPr/>
          <p:nvPr/>
        </p:nvSpPr>
        <p:spPr>
          <a:xfrm>
            <a:off x="3335215" y="1992923"/>
            <a:ext cx="973016" cy="803031"/>
          </a:xfrm>
          <a:prstGeom prst="rtTriangle">
            <a:avLst/>
          </a:prstGeom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ADEA4E3A-44D9-24ED-1502-85BFEA551CD2}"/>
              </a:ext>
            </a:extLst>
          </p:cNvPr>
          <p:cNvSpPr/>
          <p:nvPr/>
        </p:nvSpPr>
        <p:spPr>
          <a:xfrm>
            <a:off x="4636477" y="1922585"/>
            <a:ext cx="926123" cy="873369"/>
          </a:xfrm>
          <a:prstGeom prst="parallelogram">
            <a:avLst/>
          </a:prstGeom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rapezoid 14">
            <a:extLst>
              <a:ext uri="{FF2B5EF4-FFF2-40B4-BE49-F238E27FC236}">
                <a16:creationId xmlns:a16="http://schemas.microsoft.com/office/drawing/2014/main" id="{3A4822B1-15D2-6074-31DC-84918C7FA01E}"/>
              </a:ext>
            </a:extLst>
          </p:cNvPr>
          <p:cNvSpPr/>
          <p:nvPr/>
        </p:nvSpPr>
        <p:spPr>
          <a:xfrm>
            <a:off x="6043246" y="1922585"/>
            <a:ext cx="926123" cy="873369"/>
          </a:xfrm>
          <a:prstGeom prst="trapezoid">
            <a:avLst/>
          </a:prstGeom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823D4126-0B91-196B-0033-A0CE0A109147}"/>
              </a:ext>
            </a:extLst>
          </p:cNvPr>
          <p:cNvSpPr/>
          <p:nvPr/>
        </p:nvSpPr>
        <p:spPr>
          <a:xfrm>
            <a:off x="7450015" y="1922585"/>
            <a:ext cx="1037493" cy="1049215"/>
          </a:xfrm>
          <a:prstGeom prst="diamond">
            <a:avLst/>
          </a:prstGeom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Pentagon 16">
            <a:extLst>
              <a:ext uri="{FF2B5EF4-FFF2-40B4-BE49-F238E27FC236}">
                <a16:creationId xmlns:a16="http://schemas.microsoft.com/office/drawing/2014/main" id="{E8F79234-E1F8-5A19-4499-24E717682FB3}"/>
              </a:ext>
            </a:extLst>
          </p:cNvPr>
          <p:cNvSpPr/>
          <p:nvPr/>
        </p:nvSpPr>
        <p:spPr>
          <a:xfrm>
            <a:off x="8739554" y="1922585"/>
            <a:ext cx="890954" cy="914400"/>
          </a:xfrm>
          <a:prstGeom prst="pentagon">
            <a:avLst/>
          </a:prstGeom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7A84316B-B995-FED2-B16D-2B47A7D6FF99}"/>
              </a:ext>
            </a:extLst>
          </p:cNvPr>
          <p:cNvSpPr/>
          <p:nvPr/>
        </p:nvSpPr>
        <p:spPr>
          <a:xfrm>
            <a:off x="9988062" y="1922585"/>
            <a:ext cx="890954" cy="914400"/>
          </a:xfrm>
          <a:prstGeom prst="hexagon">
            <a:avLst/>
          </a:prstGeom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Heptagon 18">
            <a:extLst>
              <a:ext uri="{FF2B5EF4-FFF2-40B4-BE49-F238E27FC236}">
                <a16:creationId xmlns:a16="http://schemas.microsoft.com/office/drawing/2014/main" id="{1DD75EFC-4223-E065-5217-5B7367515D66}"/>
              </a:ext>
            </a:extLst>
          </p:cNvPr>
          <p:cNvSpPr/>
          <p:nvPr/>
        </p:nvSpPr>
        <p:spPr>
          <a:xfrm>
            <a:off x="11078306" y="1805354"/>
            <a:ext cx="949571" cy="990600"/>
          </a:xfrm>
          <a:prstGeom prst="heptagon">
            <a:avLst/>
          </a:prstGeom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Octagon 19">
            <a:extLst>
              <a:ext uri="{FF2B5EF4-FFF2-40B4-BE49-F238E27FC236}">
                <a16:creationId xmlns:a16="http://schemas.microsoft.com/office/drawing/2014/main" id="{3ACACCE9-2B85-2A72-65B3-A2BF4BDA5F5D}"/>
              </a:ext>
            </a:extLst>
          </p:cNvPr>
          <p:cNvSpPr/>
          <p:nvPr/>
        </p:nvSpPr>
        <p:spPr>
          <a:xfrm>
            <a:off x="386861" y="3329354"/>
            <a:ext cx="1107831" cy="1049215"/>
          </a:xfrm>
          <a:prstGeom prst="octagon">
            <a:avLst/>
          </a:prstGeom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Decagon 20">
            <a:extLst>
              <a:ext uri="{FF2B5EF4-FFF2-40B4-BE49-F238E27FC236}">
                <a16:creationId xmlns:a16="http://schemas.microsoft.com/office/drawing/2014/main" id="{AC639F69-FD05-FBFE-FE01-3D9F5A44AE2D}"/>
              </a:ext>
            </a:extLst>
          </p:cNvPr>
          <p:cNvSpPr/>
          <p:nvPr/>
        </p:nvSpPr>
        <p:spPr>
          <a:xfrm>
            <a:off x="1817077" y="3329354"/>
            <a:ext cx="1055077" cy="1049215"/>
          </a:xfrm>
          <a:prstGeom prst="decagon">
            <a:avLst/>
          </a:prstGeom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Dodecagon 21">
            <a:extLst>
              <a:ext uri="{FF2B5EF4-FFF2-40B4-BE49-F238E27FC236}">
                <a16:creationId xmlns:a16="http://schemas.microsoft.com/office/drawing/2014/main" id="{F2E1642A-6D49-B821-031E-64A96527C3A4}"/>
              </a:ext>
            </a:extLst>
          </p:cNvPr>
          <p:cNvSpPr/>
          <p:nvPr/>
        </p:nvSpPr>
        <p:spPr>
          <a:xfrm>
            <a:off x="3042138" y="3329354"/>
            <a:ext cx="1055077" cy="1049215"/>
          </a:xfrm>
          <a:prstGeom prst="dodecagon">
            <a:avLst/>
          </a:prstGeom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Partial Circle 22">
            <a:extLst>
              <a:ext uri="{FF2B5EF4-FFF2-40B4-BE49-F238E27FC236}">
                <a16:creationId xmlns:a16="http://schemas.microsoft.com/office/drawing/2014/main" id="{57266DC4-C848-2C86-4244-6498DB036C35}"/>
              </a:ext>
            </a:extLst>
          </p:cNvPr>
          <p:cNvSpPr/>
          <p:nvPr/>
        </p:nvSpPr>
        <p:spPr>
          <a:xfrm>
            <a:off x="4360985" y="3329354"/>
            <a:ext cx="1055077" cy="1049215"/>
          </a:xfrm>
          <a:prstGeom prst="pie">
            <a:avLst/>
          </a:prstGeom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Chord 23">
            <a:extLst>
              <a:ext uri="{FF2B5EF4-FFF2-40B4-BE49-F238E27FC236}">
                <a16:creationId xmlns:a16="http://schemas.microsoft.com/office/drawing/2014/main" id="{75EC50A5-0109-674C-3DD9-08B629B8A1FF}"/>
              </a:ext>
            </a:extLst>
          </p:cNvPr>
          <p:cNvSpPr/>
          <p:nvPr/>
        </p:nvSpPr>
        <p:spPr>
          <a:xfrm>
            <a:off x="5679832" y="3329354"/>
            <a:ext cx="1207476" cy="1049215"/>
          </a:xfrm>
          <a:prstGeom prst="chord">
            <a:avLst/>
          </a:prstGeom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Teardrop 24">
            <a:extLst>
              <a:ext uri="{FF2B5EF4-FFF2-40B4-BE49-F238E27FC236}">
                <a16:creationId xmlns:a16="http://schemas.microsoft.com/office/drawing/2014/main" id="{1F7A8EC1-F2AC-8D21-B411-2D4413617081}"/>
              </a:ext>
            </a:extLst>
          </p:cNvPr>
          <p:cNvSpPr/>
          <p:nvPr/>
        </p:nvSpPr>
        <p:spPr>
          <a:xfrm>
            <a:off x="7086600" y="3329354"/>
            <a:ext cx="1037493" cy="1049215"/>
          </a:xfrm>
          <a:prstGeom prst="teardrop">
            <a:avLst/>
          </a:prstGeom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Frame 25">
            <a:extLst>
              <a:ext uri="{FF2B5EF4-FFF2-40B4-BE49-F238E27FC236}">
                <a16:creationId xmlns:a16="http://schemas.microsoft.com/office/drawing/2014/main" id="{112165AD-A09C-7E60-5776-EB74A8F963DA}"/>
              </a:ext>
            </a:extLst>
          </p:cNvPr>
          <p:cNvSpPr/>
          <p:nvPr/>
        </p:nvSpPr>
        <p:spPr>
          <a:xfrm>
            <a:off x="8323385" y="3387969"/>
            <a:ext cx="1037493" cy="1049215"/>
          </a:xfrm>
          <a:prstGeom prst="frame">
            <a:avLst/>
          </a:prstGeom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7" name="Half Frame 26">
            <a:extLst>
              <a:ext uri="{FF2B5EF4-FFF2-40B4-BE49-F238E27FC236}">
                <a16:creationId xmlns:a16="http://schemas.microsoft.com/office/drawing/2014/main" id="{107F8BE7-A3AF-11DD-3B73-3D9E5F4F9EDC}"/>
              </a:ext>
            </a:extLst>
          </p:cNvPr>
          <p:cNvSpPr/>
          <p:nvPr/>
        </p:nvSpPr>
        <p:spPr>
          <a:xfrm>
            <a:off x="9630508" y="3429000"/>
            <a:ext cx="961292" cy="1008184"/>
          </a:xfrm>
          <a:prstGeom prst="halfFrame">
            <a:avLst/>
          </a:prstGeom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8" name="L-Shape 27">
            <a:extLst>
              <a:ext uri="{FF2B5EF4-FFF2-40B4-BE49-F238E27FC236}">
                <a16:creationId xmlns:a16="http://schemas.microsoft.com/office/drawing/2014/main" id="{1FD0F7C0-E7D1-036B-880D-D943B335C323}"/>
              </a:ext>
            </a:extLst>
          </p:cNvPr>
          <p:cNvSpPr/>
          <p:nvPr/>
        </p:nvSpPr>
        <p:spPr>
          <a:xfrm>
            <a:off x="10861430" y="3470031"/>
            <a:ext cx="849922" cy="967153"/>
          </a:xfrm>
          <a:prstGeom prst="corner">
            <a:avLst/>
          </a:prstGeom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Diagonal Stripe 28">
            <a:extLst>
              <a:ext uri="{FF2B5EF4-FFF2-40B4-BE49-F238E27FC236}">
                <a16:creationId xmlns:a16="http://schemas.microsoft.com/office/drawing/2014/main" id="{E497E38F-5D36-0679-EEC0-CF58893C617F}"/>
              </a:ext>
            </a:extLst>
          </p:cNvPr>
          <p:cNvSpPr/>
          <p:nvPr/>
        </p:nvSpPr>
        <p:spPr>
          <a:xfrm>
            <a:off x="427892" y="4794738"/>
            <a:ext cx="943708" cy="879231"/>
          </a:xfrm>
          <a:prstGeom prst="diagStripe">
            <a:avLst/>
          </a:prstGeom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" name="Cross 29">
            <a:extLst>
              <a:ext uri="{FF2B5EF4-FFF2-40B4-BE49-F238E27FC236}">
                <a16:creationId xmlns:a16="http://schemas.microsoft.com/office/drawing/2014/main" id="{7E0AA217-E4EC-3033-F5AF-C1ABC12842F1}"/>
              </a:ext>
            </a:extLst>
          </p:cNvPr>
          <p:cNvSpPr/>
          <p:nvPr/>
        </p:nvSpPr>
        <p:spPr>
          <a:xfrm>
            <a:off x="1708001" y="4803532"/>
            <a:ext cx="943708" cy="879231"/>
          </a:xfrm>
          <a:prstGeom prst="plus">
            <a:avLst/>
          </a:prstGeom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Plaque 30">
            <a:extLst>
              <a:ext uri="{FF2B5EF4-FFF2-40B4-BE49-F238E27FC236}">
                <a16:creationId xmlns:a16="http://schemas.microsoft.com/office/drawing/2014/main" id="{3C4EF7C1-E9C6-9019-1ACD-52CD3F7B0168}"/>
              </a:ext>
            </a:extLst>
          </p:cNvPr>
          <p:cNvSpPr/>
          <p:nvPr/>
        </p:nvSpPr>
        <p:spPr>
          <a:xfrm>
            <a:off x="2931869" y="4777155"/>
            <a:ext cx="943708" cy="931984"/>
          </a:xfrm>
          <a:prstGeom prst="plaque">
            <a:avLst/>
          </a:prstGeom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Cylinder 31">
            <a:extLst>
              <a:ext uri="{FF2B5EF4-FFF2-40B4-BE49-F238E27FC236}">
                <a16:creationId xmlns:a16="http://schemas.microsoft.com/office/drawing/2014/main" id="{52376B74-892B-892B-9713-B09DF3CC025C}"/>
              </a:ext>
            </a:extLst>
          </p:cNvPr>
          <p:cNvSpPr/>
          <p:nvPr/>
        </p:nvSpPr>
        <p:spPr>
          <a:xfrm>
            <a:off x="4258408" y="4726864"/>
            <a:ext cx="841130" cy="964224"/>
          </a:xfrm>
          <a:prstGeom prst="can">
            <a:avLst/>
          </a:prstGeom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Cube 32">
            <a:extLst>
              <a:ext uri="{FF2B5EF4-FFF2-40B4-BE49-F238E27FC236}">
                <a16:creationId xmlns:a16="http://schemas.microsoft.com/office/drawing/2014/main" id="{FA8F6F6B-5C69-C5C1-F244-87A173677C14}"/>
              </a:ext>
            </a:extLst>
          </p:cNvPr>
          <p:cNvSpPr/>
          <p:nvPr/>
        </p:nvSpPr>
        <p:spPr>
          <a:xfrm>
            <a:off x="5389684" y="4709746"/>
            <a:ext cx="943708" cy="931984"/>
          </a:xfrm>
          <a:prstGeom prst="cube">
            <a:avLst/>
          </a:prstGeom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Rectangle: Beveled 33">
            <a:extLst>
              <a:ext uri="{FF2B5EF4-FFF2-40B4-BE49-F238E27FC236}">
                <a16:creationId xmlns:a16="http://schemas.microsoft.com/office/drawing/2014/main" id="{3BB259AB-7D5B-BBA2-1543-1EBE3E2D3697}"/>
              </a:ext>
            </a:extLst>
          </p:cNvPr>
          <p:cNvSpPr/>
          <p:nvPr/>
        </p:nvSpPr>
        <p:spPr>
          <a:xfrm>
            <a:off x="6623538" y="4767810"/>
            <a:ext cx="841130" cy="873369"/>
          </a:xfrm>
          <a:prstGeom prst="bevel">
            <a:avLst/>
          </a:prstGeom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Circle: Hollow 34">
            <a:extLst>
              <a:ext uri="{FF2B5EF4-FFF2-40B4-BE49-F238E27FC236}">
                <a16:creationId xmlns:a16="http://schemas.microsoft.com/office/drawing/2014/main" id="{75BFF134-1130-042B-B0F9-47A0E4302C2C}"/>
              </a:ext>
            </a:extLst>
          </p:cNvPr>
          <p:cNvSpPr/>
          <p:nvPr/>
        </p:nvSpPr>
        <p:spPr>
          <a:xfrm>
            <a:off x="7778262" y="4767809"/>
            <a:ext cx="841130" cy="873369"/>
          </a:xfrm>
          <a:prstGeom prst="donut">
            <a:avLst/>
          </a:prstGeom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6" name="&quot;Not Allowed&quot; Symbol 35">
            <a:extLst>
              <a:ext uri="{FF2B5EF4-FFF2-40B4-BE49-F238E27FC236}">
                <a16:creationId xmlns:a16="http://schemas.microsoft.com/office/drawing/2014/main" id="{D8178CD9-14D8-56D3-F3D5-D2C0917914B8}"/>
              </a:ext>
            </a:extLst>
          </p:cNvPr>
          <p:cNvSpPr/>
          <p:nvPr/>
        </p:nvSpPr>
        <p:spPr>
          <a:xfrm>
            <a:off x="8806963" y="4736123"/>
            <a:ext cx="943708" cy="905607"/>
          </a:xfrm>
          <a:prstGeom prst="noSmoking">
            <a:avLst/>
          </a:prstGeom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7" name="Block Arc 36">
            <a:extLst>
              <a:ext uri="{FF2B5EF4-FFF2-40B4-BE49-F238E27FC236}">
                <a16:creationId xmlns:a16="http://schemas.microsoft.com/office/drawing/2014/main" id="{802EFECF-D926-34F5-2339-593F563BEB22}"/>
              </a:ext>
            </a:extLst>
          </p:cNvPr>
          <p:cNvSpPr/>
          <p:nvPr/>
        </p:nvSpPr>
        <p:spPr>
          <a:xfrm>
            <a:off x="9979328" y="4791254"/>
            <a:ext cx="832340" cy="931984"/>
          </a:xfrm>
          <a:prstGeom prst="blockArc">
            <a:avLst/>
          </a:prstGeom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8" name="Rectangle: Folded Corner 37">
            <a:extLst>
              <a:ext uri="{FF2B5EF4-FFF2-40B4-BE49-F238E27FC236}">
                <a16:creationId xmlns:a16="http://schemas.microsoft.com/office/drawing/2014/main" id="{694A96E4-71A3-B17D-2FB4-AF25CE4FAF95}"/>
              </a:ext>
            </a:extLst>
          </p:cNvPr>
          <p:cNvSpPr/>
          <p:nvPr/>
        </p:nvSpPr>
        <p:spPr>
          <a:xfrm>
            <a:off x="11109078" y="4803532"/>
            <a:ext cx="902680" cy="931984"/>
          </a:xfrm>
          <a:prstGeom prst="foldedCorner">
            <a:avLst/>
          </a:prstGeom>
          <a:ln w="889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Smiley Face 38">
            <a:extLst>
              <a:ext uri="{FF2B5EF4-FFF2-40B4-BE49-F238E27FC236}">
                <a16:creationId xmlns:a16="http://schemas.microsoft.com/office/drawing/2014/main" id="{05BEE190-CD36-6638-3087-5D0C57C5B8E8}"/>
              </a:ext>
            </a:extLst>
          </p:cNvPr>
          <p:cNvSpPr/>
          <p:nvPr/>
        </p:nvSpPr>
        <p:spPr>
          <a:xfrm>
            <a:off x="304799" y="5846883"/>
            <a:ext cx="1008186" cy="946640"/>
          </a:xfrm>
          <a:prstGeom prst="smileyFace">
            <a:avLst/>
          </a:prstGeom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Heart 39">
            <a:extLst>
              <a:ext uri="{FF2B5EF4-FFF2-40B4-BE49-F238E27FC236}">
                <a16:creationId xmlns:a16="http://schemas.microsoft.com/office/drawing/2014/main" id="{3241196F-BE8C-53CD-B802-7BE46B93E7EC}"/>
              </a:ext>
            </a:extLst>
          </p:cNvPr>
          <p:cNvSpPr/>
          <p:nvPr/>
        </p:nvSpPr>
        <p:spPr>
          <a:xfrm>
            <a:off x="1670538" y="5843954"/>
            <a:ext cx="1225061" cy="879231"/>
          </a:xfrm>
          <a:prstGeom prst="heart">
            <a:avLst/>
          </a:prstGeom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Lightning Bolt 40">
            <a:extLst>
              <a:ext uri="{FF2B5EF4-FFF2-40B4-BE49-F238E27FC236}">
                <a16:creationId xmlns:a16="http://schemas.microsoft.com/office/drawing/2014/main" id="{8D1BB69E-8BD3-5967-9AF0-9CA896952ED6}"/>
              </a:ext>
            </a:extLst>
          </p:cNvPr>
          <p:cNvSpPr/>
          <p:nvPr/>
        </p:nvSpPr>
        <p:spPr>
          <a:xfrm>
            <a:off x="3182815" y="5843954"/>
            <a:ext cx="914400" cy="820615"/>
          </a:xfrm>
          <a:prstGeom prst="lightningBolt">
            <a:avLst/>
          </a:prstGeom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Sun 41">
            <a:extLst>
              <a:ext uri="{FF2B5EF4-FFF2-40B4-BE49-F238E27FC236}">
                <a16:creationId xmlns:a16="http://schemas.microsoft.com/office/drawing/2014/main" id="{5DDC42F2-B815-8618-90A6-E00FA2B6E239}"/>
              </a:ext>
            </a:extLst>
          </p:cNvPr>
          <p:cNvSpPr/>
          <p:nvPr/>
        </p:nvSpPr>
        <p:spPr>
          <a:xfrm>
            <a:off x="4407876" y="5884985"/>
            <a:ext cx="820616" cy="820615"/>
          </a:xfrm>
          <a:prstGeom prst="sun">
            <a:avLst/>
          </a:prstGeom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Moon 42">
            <a:extLst>
              <a:ext uri="{FF2B5EF4-FFF2-40B4-BE49-F238E27FC236}">
                <a16:creationId xmlns:a16="http://schemas.microsoft.com/office/drawing/2014/main" id="{758CFD82-F09F-5BBD-8BB2-20338529CD53}"/>
              </a:ext>
            </a:extLst>
          </p:cNvPr>
          <p:cNvSpPr/>
          <p:nvPr/>
        </p:nvSpPr>
        <p:spPr>
          <a:xfrm>
            <a:off x="5468815" y="5884985"/>
            <a:ext cx="785447" cy="838200"/>
          </a:xfrm>
          <a:prstGeom prst="moon">
            <a:avLst/>
          </a:prstGeom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Cloud 43">
            <a:extLst>
              <a:ext uri="{FF2B5EF4-FFF2-40B4-BE49-F238E27FC236}">
                <a16:creationId xmlns:a16="http://schemas.microsoft.com/office/drawing/2014/main" id="{05EF833C-DFC1-917F-8596-7D31903D21AA}"/>
              </a:ext>
            </a:extLst>
          </p:cNvPr>
          <p:cNvSpPr/>
          <p:nvPr/>
        </p:nvSpPr>
        <p:spPr>
          <a:xfrm>
            <a:off x="6494585" y="5884985"/>
            <a:ext cx="841130" cy="779584"/>
          </a:xfrm>
          <a:prstGeom prst="cloud">
            <a:avLst/>
          </a:prstGeom>
          <a:ln w="889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Arc 44">
            <a:extLst>
              <a:ext uri="{FF2B5EF4-FFF2-40B4-BE49-F238E27FC236}">
                <a16:creationId xmlns:a16="http://schemas.microsoft.com/office/drawing/2014/main" id="{3924DBD5-1ACF-D103-1D63-4ED68B40D589}"/>
              </a:ext>
            </a:extLst>
          </p:cNvPr>
          <p:cNvSpPr/>
          <p:nvPr/>
        </p:nvSpPr>
        <p:spPr>
          <a:xfrm>
            <a:off x="7493977" y="5855677"/>
            <a:ext cx="908539" cy="943708"/>
          </a:xfrm>
          <a:prstGeom prst="arc">
            <a:avLst>
              <a:gd name="adj1" fmla="val 16200000"/>
              <a:gd name="adj2" fmla="val 21402364"/>
            </a:avLst>
          </a:prstGeom>
          <a:ln w="889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Double Bracket 45">
            <a:extLst>
              <a:ext uri="{FF2B5EF4-FFF2-40B4-BE49-F238E27FC236}">
                <a16:creationId xmlns:a16="http://schemas.microsoft.com/office/drawing/2014/main" id="{246A00CB-8B50-0AFA-018D-BD00980AF903}"/>
              </a:ext>
            </a:extLst>
          </p:cNvPr>
          <p:cNvSpPr/>
          <p:nvPr/>
        </p:nvSpPr>
        <p:spPr>
          <a:xfrm>
            <a:off x="8739554" y="5855677"/>
            <a:ext cx="744415" cy="732692"/>
          </a:xfrm>
          <a:prstGeom prst="bracketPair">
            <a:avLst/>
          </a:prstGeom>
          <a:ln w="889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Double Brace 46">
            <a:extLst>
              <a:ext uri="{FF2B5EF4-FFF2-40B4-BE49-F238E27FC236}">
                <a16:creationId xmlns:a16="http://schemas.microsoft.com/office/drawing/2014/main" id="{0AFC6BEE-FD07-8CD3-8EE1-8D7E921CB284}"/>
              </a:ext>
            </a:extLst>
          </p:cNvPr>
          <p:cNvSpPr/>
          <p:nvPr/>
        </p:nvSpPr>
        <p:spPr>
          <a:xfrm>
            <a:off x="9683262" y="5940669"/>
            <a:ext cx="656492" cy="647700"/>
          </a:xfrm>
          <a:prstGeom prst="bracePair">
            <a:avLst/>
          </a:prstGeom>
          <a:ln w="889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Left Bracket 47">
            <a:extLst>
              <a:ext uri="{FF2B5EF4-FFF2-40B4-BE49-F238E27FC236}">
                <a16:creationId xmlns:a16="http://schemas.microsoft.com/office/drawing/2014/main" id="{6FFB9AAA-AF41-3CB3-1AA8-1400BBCF60FC}"/>
              </a:ext>
            </a:extLst>
          </p:cNvPr>
          <p:cNvSpPr/>
          <p:nvPr/>
        </p:nvSpPr>
        <p:spPr>
          <a:xfrm>
            <a:off x="10539047" y="5884985"/>
            <a:ext cx="322383" cy="703384"/>
          </a:xfrm>
          <a:prstGeom prst="leftBracket">
            <a:avLst/>
          </a:prstGeom>
          <a:ln w="889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Right Bracket 48">
            <a:extLst>
              <a:ext uri="{FF2B5EF4-FFF2-40B4-BE49-F238E27FC236}">
                <a16:creationId xmlns:a16="http://schemas.microsoft.com/office/drawing/2014/main" id="{641D19AD-4453-A1E6-2420-5A44E47DE6CB}"/>
              </a:ext>
            </a:extLst>
          </p:cNvPr>
          <p:cNvSpPr/>
          <p:nvPr/>
        </p:nvSpPr>
        <p:spPr>
          <a:xfrm>
            <a:off x="11007969" y="5940669"/>
            <a:ext cx="199289" cy="647700"/>
          </a:xfrm>
          <a:prstGeom prst="rightBracket">
            <a:avLst/>
          </a:prstGeom>
          <a:ln w="889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Left Brace 49">
            <a:extLst>
              <a:ext uri="{FF2B5EF4-FFF2-40B4-BE49-F238E27FC236}">
                <a16:creationId xmlns:a16="http://schemas.microsoft.com/office/drawing/2014/main" id="{4A24C9B0-4CCC-F46D-77ED-23BE2C1D9686}"/>
              </a:ext>
            </a:extLst>
          </p:cNvPr>
          <p:cNvSpPr/>
          <p:nvPr/>
        </p:nvSpPr>
        <p:spPr>
          <a:xfrm>
            <a:off x="11409484" y="5940669"/>
            <a:ext cx="301868" cy="764931"/>
          </a:xfrm>
          <a:prstGeom prst="leftBrace">
            <a:avLst/>
          </a:prstGeom>
          <a:ln w="889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Right Brace 50">
            <a:extLst>
              <a:ext uri="{FF2B5EF4-FFF2-40B4-BE49-F238E27FC236}">
                <a16:creationId xmlns:a16="http://schemas.microsoft.com/office/drawing/2014/main" id="{249825FA-AF5A-429F-9526-8993275E4F5C}"/>
              </a:ext>
            </a:extLst>
          </p:cNvPr>
          <p:cNvSpPr/>
          <p:nvPr/>
        </p:nvSpPr>
        <p:spPr>
          <a:xfrm>
            <a:off x="11887201" y="5940669"/>
            <a:ext cx="222737" cy="782516"/>
          </a:xfrm>
          <a:prstGeom prst="rightBrace">
            <a:avLst/>
          </a:prstGeom>
          <a:ln w="889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6104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Right 1">
            <a:extLst>
              <a:ext uri="{FF2B5EF4-FFF2-40B4-BE49-F238E27FC236}">
                <a16:creationId xmlns:a16="http://schemas.microsoft.com/office/drawing/2014/main" id="{224064CC-A622-7133-17AD-3B106D5F1DAA}"/>
              </a:ext>
            </a:extLst>
          </p:cNvPr>
          <p:cNvSpPr/>
          <p:nvPr/>
        </p:nvSpPr>
        <p:spPr>
          <a:xfrm>
            <a:off x="157100" y="136959"/>
            <a:ext cx="926484" cy="664652"/>
          </a:xfrm>
          <a:prstGeom prst="rightArrow">
            <a:avLst/>
          </a:prstGeom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rrow: Left 2">
            <a:extLst>
              <a:ext uri="{FF2B5EF4-FFF2-40B4-BE49-F238E27FC236}">
                <a16:creationId xmlns:a16="http://schemas.microsoft.com/office/drawing/2014/main" id="{0BEFC2F4-8B23-AD0F-9AE3-3AABD9627323}"/>
              </a:ext>
            </a:extLst>
          </p:cNvPr>
          <p:cNvSpPr/>
          <p:nvPr/>
        </p:nvSpPr>
        <p:spPr>
          <a:xfrm>
            <a:off x="1232627" y="136959"/>
            <a:ext cx="1055387" cy="696877"/>
          </a:xfrm>
          <a:prstGeom prst="leftArrow">
            <a:avLst/>
          </a:prstGeom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Arrow: Up 3">
            <a:extLst>
              <a:ext uri="{FF2B5EF4-FFF2-40B4-BE49-F238E27FC236}">
                <a16:creationId xmlns:a16="http://schemas.microsoft.com/office/drawing/2014/main" id="{128F7B68-779F-D169-DB88-37FE6966CF81}"/>
              </a:ext>
            </a:extLst>
          </p:cNvPr>
          <p:cNvSpPr/>
          <p:nvPr/>
        </p:nvSpPr>
        <p:spPr>
          <a:xfrm>
            <a:off x="2497480" y="136959"/>
            <a:ext cx="632427" cy="741187"/>
          </a:xfrm>
          <a:prstGeom prst="upArrow">
            <a:avLst/>
          </a:prstGeom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CF0DEFC8-6834-3A12-DC02-3AEC8F137B28}"/>
              </a:ext>
            </a:extLst>
          </p:cNvPr>
          <p:cNvSpPr/>
          <p:nvPr/>
        </p:nvSpPr>
        <p:spPr>
          <a:xfrm>
            <a:off x="3303119" y="136959"/>
            <a:ext cx="580060" cy="741187"/>
          </a:xfrm>
          <a:prstGeom prst="downArrow">
            <a:avLst/>
          </a:prstGeom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Arrow: Left-Right 5">
            <a:extLst>
              <a:ext uri="{FF2B5EF4-FFF2-40B4-BE49-F238E27FC236}">
                <a16:creationId xmlns:a16="http://schemas.microsoft.com/office/drawing/2014/main" id="{FFF3D62C-66A9-77EB-D293-34223CE50143}"/>
              </a:ext>
            </a:extLst>
          </p:cNvPr>
          <p:cNvSpPr/>
          <p:nvPr/>
        </p:nvSpPr>
        <p:spPr>
          <a:xfrm>
            <a:off x="4056391" y="294058"/>
            <a:ext cx="1043302" cy="584088"/>
          </a:xfrm>
          <a:prstGeom prst="leftRightArrow">
            <a:avLst/>
          </a:prstGeom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Arrow: Up-Down 6">
            <a:extLst>
              <a:ext uri="{FF2B5EF4-FFF2-40B4-BE49-F238E27FC236}">
                <a16:creationId xmlns:a16="http://schemas.microsoft.com/office/drawing/2014/main" id="{919D6133-1870-A4F4-290A-36955A18F461}"/>
              </a:ext>
            </a:extLst>
          </p:cNvPr>
          <p:cNvSpPr/>
          <p:nvPr/>
        </p:nvSpPr>
        <p:spPr>
          <a:xfrm>
            <a:off x="5220539" y="96677"/>
            <a:ext cx="551863" cy="829808"/>
          </a:xfrm>
          <a:prstGeom prst="upDownArrow">
            <a:avLst/>
          </a:prstGeom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Arrow: Quad 7">
            <a:extLst>
              <a:ext uri="{FF2B5EF4-FFF2-40B4-BE49-F238E27FC236}">
                <a16:creationId xmlns:a16="http://schemas.microsoft.com/office/drawing/2014/main" id="{CC5F40C5-9E78-4BF0-F8F0-2263E45E746C}"/>
              </a:ext>
            </a:extLst>
          </p:cNvPr>
          <p:cNvSpPr/>
          <p:nvPr/>
        </p:nvSpPr>
        <p:spPr>
          <a:xfrm>
            <a:off x="5942259" y="136959"/>
            <a:ext cx="954682" cy="829808"/>
          </a:xfrm>
          <a:prstGeom prst="quadArrow">
            <a:avLst/>
          </a:prstGeom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Arrow: Left-Right-Up 8">
            <a:extLst>
              <a:ext uri="{FF2B5EF4-FFF2-40B4-BE49-F238E27FC236}">
                <a16:creationId xmlns:a16="http://schemas.microsoft.com/office/drawing/2014/main" id="{544ECB18-6F88-2D9A-5309-87F50E7588CE}"/>
              </a:ext>
            </a:extLst>
          </p:cNvPr>
          <p:cNvSpPr/>
          <p:nvPr/>
        </p:nvSpPr>
        <p:spPr>
          <a:xfrm>
            <a:off x="7109762" y="136959"/>
            <a:ext cx="849949" cy="829808"/>
          </a:xfrm>
          <a:prstGeom prst="leftRightUpArrow">
            <a:avLst/>
          </a:prstGeom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Arrow: Bent 9">
            <a:extLst>
              <a:ext uri="{FF2B5EF4-FFF2-40B4-BE49-F238E27FC236}">
                <a16:creationId xmlns:a16="http://schemas.microsoft.com/office/drawing/2014/main" id="{A913562D-7FB5-E351-5A51-60E85187485F}"/>
              </a:ext>
            </a:extLst>
          </p:cNvPr>
          <p:cNvSpPr/>
          <p:nvPr/>
        </p:nvSpPr>
        <p:spPr>
          <a:xfrm>
            <a:off x="8100698" y="136959"/>
            <a:ext cx="745216" cy="741187"/>
          </a:xfrm>
          <a:prstGeom prst="bentArrow">
            <a:avLst/>
          </a:prstGeom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Arrow: U-Turn 10">
            <a:extLst>
              <a:ext uri="{FF2B5EF4-FFF2-40B4-BE49-F238E27FC236}">
                <a16:creationId xmlns:a16="http://schemas.microsoft.com/office/drawing/2014/main" id="{C5760DAE-3502-5889-EFCC-66194B3DD600}"/>
              </a:ext>
            </a:extLst>
          </p:cNvPr>
          <p:cNvSpPr/>
          <p:nvPr/>
        </p:nvSpPr>
        <p:spPr>
          <a:xfrm>
            <a:off x="9015098" y="136959"/>
            <a:ext cx="849949" cy="789526"/>
          </a:xfrm>
          <a:prstGeom prst="uturnArrow">
            <a:avLst/>
          </a:prstGeom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Arrow: Left-Up 11">
            <a:extLst>
              <a:ext uri="{FF2B5EF4-FFF2-40B4-BE49-F238E27FC236}">
                <a16:creationId xmlns:a16="http://schemas.microsoft.com/office/drawing/2014/main" id="{85AF7AFE-08BA-CFEB-78B4-0D3C305B2A8F}"/>
              </a:ext>
            </a:extLst>
          </p:cNvPr>
          <p:cNvSpPr/>
          <p:nvPr/>
        </p:nvSpPr>
        <p:spPr>
          <a:xfrm>
            <a:off x="9981864" y="136959"/>
            <a:ext cx="749244" cy="829808"/>
          </a:xfrm>
          <a:prstGeom prst="leftUpArrow">
            <a:avLst/>
          </a:prstGeom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Arrow: Bent-Up 12">
            <a:extLst>
              <a:ext uri="{FF2B5EF4-FFF2-40B4-BE49-F238E27FC236}">
                <a16:creationId xmlns:a16="http://schemas.microsoft.com/office/drawing/2014/main" id="{5A8BBB59-3C2E-1F88-F9CB-6A3363B12CCF}"/>
              </a:ext>
            </a:extLst>
          </p:cNvPr>
          <p:cNvSpPr/>
          <p:nvPr/>
        </p:nvSpPr>
        <p:spPr>
          <a:xfrm>
            <a:off x="10868067" y="136959"/>
            <a:ext cx="809667" cy="829808"/>
          </a:xfrm>
          <a:prstGeom prst="bentUpArrow">
            <a:avLst/>
          </a:prstGeom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Arrow: Curved Right 13">
            <a:extLst>
              <a:ext uri="{FF2B5EF4-FFF2-40B4-BE49-F238E27FC236}">
                <a16:creationId xmlns:a16="http://schemas.microsoft.com/office/drawing/2014/main" id="{31D21E47-371F-3477-81E5-F8A39C026D3C}"/>
              </a:ext>
            </a:extLst>
          </p:cNvPr>
          <p:cNvSpPr/>
          <p:nvPr/>
        </p:nvSpPr>
        <p:spPr>
          <a:xfrm>
            <a:off x="298086" y="1099697"/>
            <a:ext cx="684793" cy="781470"/>
          </a:xfrm>
          <a:prstGeom prst="curvedRightArrow">
            <a:avLst/>
          </a:prstGeom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Arrow: Curved Left 14">
            <a:extLst>
              <a:ext uri="{FF2B5EF4-FFF2-40B4-BE49-F238E27FC236}">
                <a16:creationId xmlns:a16="http://schemas.microsoft.com/office/drawing/2014/main" id="{BEB4E1C2-0BB7-2372-E986-62D4CA91D2F9}"/>
              </a:ext>
            </a:extLst>
          </p:cNvPr>
          <p:cNvSpPr/>
          <p:nvPr/>
        </p:nvSpPr>
        <p:spPr>
          <a:xfrm>
            <a:off x="1341389" y="1059415"/>
            <a:ext cx="636454" cy="801611"/>
          </a:xfrm>
          <a:prstGeom prst="curvedLeftArrow">
            <a:avLst/>
          </a:prstGeom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Arrow: Curved Up 15">
            <a:extLst>
              <a:ext uri="{FF2B5EF4-FFF2-40B4-BE49-F238E27FC236}">
                <a16:creationId xmlns:a16="http://schemas.microsoft.com/office/drawing/2014/main" id="{B3C635B4-C4BE-4AD4-F4F2-C3ACDD80D620}"/>
              </a:ext>
            </a:extLst>
          </p:cNvPr>
          <p:cNvSpPr/>
          <p:nvPr/>
        </p:nvSpPr>
        <p:spPr>
          <a:xfrm>
            <a:off x="2151056" y="1059415"/>
            <a:ext cx="729103" cy="773413"/>
          </a:xfrm>
          <a:prstGeom prst="curvedUpArrow">
            <a:avLst/>
          </a:prstGeom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" name="Arrow: Curved Down 16">
            <a:extLst>
              <a:ext uri="{FF2B5EF4-FFF2-40B4-BE49-F238E27FC236}">
                <a16:creationId xmlns:a16="http://schemas.microsoft.com/office/drawing/2014/main" id="{73DC89D9-AAEE-40F6-3025-4E74B919E276}"/>
              </a:ext>
            </a:extLst>
          </p:cNvPr>
          <p:cNvSpPr/>
          <p:nvPr/>
        </p:nvSpPr>
        <p:spPr>
          <a:xfrm>
            <a:off x="3053372" y="1059415"/>
            <a:ext cx="773412" cy="741187"/>
          </a:xfrm>
          <a:prstGeom prst="curvedDownArrow">
            <a:avLst/>
          </a:prstGeom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Arrow: Striped Right 17">
            <a:extLst>
              <a:ext uri="{FF2B5EF4-FFF2-40B4-BE49-F238E27FC236}">
                <a16:creationId xmlns:a16="http://schemas.microsoft.com/office/drawing/2014/main" id="{8A320F4F-F1C2-B8C3-79E2-8BCB8ACCEAA3}"/>
              </a:ext>
            </a:extLst>
          </p:cNvPr>
          <p:cNvSpPr/>
          <p:nvPr/>
        </p:nvSpPr>
        <p:spPr>
          <a:xfrm>
            <a:off x="4028194" y="1099697"/>
            <a:ext cx="833836" cy="584088"/>
          </a:xfrm>
          <a:prstGeom prst="stripedRightArrow">
            <a:avLst/>
          </a:prstGeom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Arrow: Notched Right 18">
            <a:extLst>
              <a:ext uri="{FF2B5EF4-FFF2-40B4-BE49-F238E27FC236}">
                <a16:creationId xmlns:a16="http://schemas.microsoft.com/office/drawing/2014/main" id="{B620F2F0-3E7B-D69D-084F-C3C810C6D309}"/>
              </a:ext>
            </a:extLst>
          </p:cNvPr>
          <p:cNvSpPr/>
          <p:nvPr/>
        </p:nvSpPr>
        <p:spPr>
          <a:xfrm>
            <a:off x="5063440" y="1059415"/>
            <a:ext cx="878819" cy="660624"/>
          </a:xfrm>
          <a:prstGeom prst="notchedRightArrow">
            <a:avLst/>
          </a:prstGeom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Arrow: Pentagon 19">
            <a:extLst>
              <a:ext uri="{FF2B5EF4-FFF2-40B4-BE49-F238E27FC236}">
                <a16:creationId xmlns:a16="http://schemas.microsoft.com/office/drawing/2014/main" id="{DB037CA1-845C-F97E-FA4A-2765B3BF0F70}"/>
              </a:ext>
            </a:extLst>
          </p:cNvPr>
          <p:cNvSpPr/>
          <p:nvPr/>
        </p:nvSpPr>
        <p:spPr>
          <a:xfrm>
            <a:off x="6096000" y="1059415"/>
            <a:ext cx="844578" cy="829808"/>
          </a:xfrm>
          <a:prstGeom prst="homePlate">
            <a:avLst/>
          </a:prstGeom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CE1CF72F-6A13-1892-63CD-4DD49C46150F}"/>
              </a:ext>
            </a:extLst>
          </p:cNvPr>
          <p:cNvSpPr/>
          <p:nvPr/>
        </p:nvSpPr>
        <p:spPr>
          <a:xfrm>
            <a:off x="7131246" y="1099697"/>
            <a:ext cx="776098" cy="700905"/>
          </a:xfrm>
          <a:prstGeom prst="chevron">
            <a:avLst/>
          </a:prstGeom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2" name="Callout: Right Arrow 21">
            <a:extLst>
              <a:ext uri="{FF2B5EF4-FFF2-40B4-BE49-F238E27FC236}">
                <a16:creationId xmlns:a16="http://schemas.microsoft.com/office/drawing/2014/main" id="{03311DF3-0B52-F029-36A3-531C47C93835}"/>
              </a:ext>
            </a:extLst>
          </p:cNvPr>
          <p:cNvSpPr/>
          <p:nvPr/>
        </p:nvSpPr>
        <p:spPr>
          <a:xfrm>
            <a:off x="8098012" y="1099697"/>
            <a:ext cx="671366" cy="700905"/>
          </a:xfrm>
          <a:prstGeom prst="rightArrowCallout">
            <a:avLst/>
          </a:prstGeom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Callout: Down Arrow 22">
            <a:extLst>
              <a:ext uri="{FF2B5EF4-FFF2-40B4-BE49-F238E27FC236}">
                <a16:creationId xmlns:a16="http://schemas.microsoft.com/office/drawing/2014/main" id="{14E92498-1A50-182A-23F6-F8A40EDE34FB}"/>
              </a:ext>
            </a:extLst>
          </p:cNvPr>
          <p:cNvSpPr/>
          <p:nvPr/>
        </p:nvSpPr>
        <p:spPr>
          <a:xfrm>
            <a:off x="8980187" y="1099697"/>
            <a:ext cx="723732" cy="700905"/>
          </a:xfrm>
          <a:prstGeom prst="downArrowCallout">
            <a:avLst/>
          </a:prstGeom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Callout: Left Arrow 23">
            <a:extLst>
              <a:ext uri="{FF2B5EF4-FFF2-40B4-BE49-F238E27FC236}">
                <a16:creationId xmlns:a16="http://schemas.microsoft.com/office/drawing/2014/main" id="{FC57E2D8-BA8A-7047-FB3D-AC5C81C5F1D7}"/>
              </a:ext>
            </a:extLst>
          </p:cNvPr>
          <p:cNvSpPr/>
          <p:nvPr/>
        </p:nvSpPr>
        <p:spPr>
          <a:xfrm>
            <a:off x="9865047" y="1099697"/>
            <a:ext cx="749244" cy="700905"/>
          </a:xfrm>
          <a:prstGeom prst="leftArrowCallout">
            <a:avLst/>
          </a:prstGeom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Callout: Up Arrow 24">
            <a:extLst>
              <a:ext uri="{FF2B5EF4-FFF2-40B4-BE49-F238E27FC236}">
                <a16:creationId xmlns:a16="http://schemas.microsoft.com/office/drawing/2014/main" id="{37E1C98B-4EF2-61E0-DFFE-22A7DAC50302}"/>
              </a:ext>
            </a:extLst>
          </p:cNvPr>
          <p:cNvSpPr/>
          <p:nvPr/>
        </p:nvSpPr>
        <p:spPr>
          <a:xfrm>
            <a:off x="10868067" y="1099697"/>
            <a:ext cx="809667" cy="700905"/>
          </a:xfrm>
          <a:prstGeom prst="upArrowCallout">
            <a:avLst/>
          </a:prstGeom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Callout: Left-Right Arrow 25">
            <a:extLst>
              <a:ext uri="{FF2B5EF4-FFF2-40B4-BE49-F238E27FC236}">
                <a16:creationId xmlns:a16="http://schemas.microsoft.com/office/drawing/2014/main" id="{97ADB416-6B33-3600-8B45-0B8F03BE209E}"/>
              </a:ext>
            </a:extLst>
          </p:cNvPr>
          <p:cNvSpPr/>
          <p:nvPr/>
        </p:nvSpPr>
        <p:spPr>
          <a:xfrm>
            <a:off x="265861" y="2130915"/>
            <a:ext cx="817723" cy="821751"/>
          </a:xfrm>
          <a:prstGeom prst="leftRightArrowCallout">
            <a:avLst/>
          </a:prstGeom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Callout: Quad Arrow 26">
            <a:extLst>
              <a:ext uri="{FF2B5EF4-FFF2-40B4-BE49-F238E27FC236}">
                <a16:creationId xmlns:a16="http://schemas.microsoft.com/office/drawing/2014/main" id="{61E580A9-AF53-948B-2E68-6DED78948F23}"/>
              </a:ext>
            </a:extLst>
          </p:cNvPr>
          <p:cNvSpPr/>
          <p:nvPr/>
        </p:nvSpPr>
        <p:spPr>
          <a:xfrm>
            <a:off x="1421952" y="2130915"/>
            <a:ext cx="902316" cy="821751"/>
          </a:xfrm>
          <a:prstGeom prst="quadArrowCallout">
            <a:avLst/>
          </a:prstGeom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Arrow: Circular 27">
            <a:extLst>
              <a:ext uri="{FF2B5EF4-FFF2-40B4-BE49-F238E27FC236}">
                <a16:creationId xmlns:a16="http://schemas.microsoft.com/office/drawing/2014/main" id="{B25A11CB-66D0-56D2-076E-BF2E272169E5}"/>
              </a:ext>
            </a:extLst>
          </p:cNvPr>
          <p:cNvSpPr/>
          <p:nvPr/>
        </p:nvSpPr>
        <p:spPr>
          <a:xfrm>
            <a:off x="2529706" y="2102717"/>
            <a:ext cx="817723" cy="934541"/>
          </a:xfrm>
          <a:prstGeom prst="circularArrow">
            <a:avLst/>
          </a:prstGeom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9" name="Plus Sign 28">
            <a:extLst>
              <a:ext uri="{FF2B5EF4-FFF2-40B4-BE49-F238E27FC236}">
                <a16:creationId xmlns:a16="http://schemas.microsoft.com/office/drawing/2014/main" id="{BCDDE1C8-E2B6-BA05-CE0A-B61FA2EFA379}"/>
              </a:ext>
            </a:extLst>
          </p:cNvPr>
          <p:cNvSpPr/>
          <p:nvPr/>
        </p:nvSpPr>
        <p:spPr>
          <a:xfrm>
            <a:off x="3583077" y="2066464"/>
            <a:ext cx="1017119" cy="998992"/>
          </a:xfrm>
          <a:prstGeom prst="mathPlus">
            <a:avLst/>
          </a:prstGeom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Minus Sign 29">
            <a:extLst>
              <a:ext uri="{FF2B5EF4-FFF2-40B4-BE49-F238E27FC236}">
                <a16:creationId xmlns:a16="http://schemas.microsoft.com/office/drawing/2014/main" id="{50A1B323-6986-BE2C-4835-2FD8B8F7C5E5}"/>
              </a:ext>
            </a:extLst>
          </p:cNvPr>
          <p:cNvSpPr/>
          <p:nvPr/>
        </p:nvSpPr>
        <p:spPr>
          <a:xfrm>
            <a:off x="4657938" y="2159112"/>
            <a:ext cx="1078883" cy="761327"/>
          </a:xfrm>
          <a:prstGeom prst="mathMinus">
            <a:avLst/>
          </a:prstGeom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Multiplication Sign 30">
            <a:extLst>
              <a:ext uri="{FF2B5EF4-FFF2-40B4-BE49-F238E27FC236}">
                <a16:creationId xmlns:a16="http://schemas.microsoft.com/office/drawing/2014/main" id="{CE0D82D7-57B4-1D98-2D17-7E7E8AE243A8}"/>
              </a:ext>
            </a:extLst>
          </p:cNvPr>
          <p:cNvSpPr/>
          <p:nvPr/>
        </p:nvSpPr>
        <p:spPr>
          <a:xfrm>
            <a:off x="5993952" y="2130915"/>
            <a:ext cx="1017119" cy="934541"/>
          </a:xfrm>
          <a:prstGeom prst="mathMultiply">
            <a:avLst/>
          </a:prstGeom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Division Sign 31">
            <a:extLst>
              <a:ext uri="{FF2B5EF4-FFF2-40B4-BE49-F238E27FC236}">
                <a16:creationId xmlns:a16="http://schemas.microsoft.com/office/drawing/2014/main" id="{9C9B3ED0-6D33-8DFC-6DD3-84B34BCBAC06}"/>
              </a:ext>
            </a:extLst>
          </p:cNvPr>
          <p:cNvSpPr/>
          <p:nvPr/>
        </p:nvSpPr>
        <p:spPr>
          <a:xfrm>
            <a:off x="7182270" y="2130915"/>
            <a:ext cx="915742" cy="934541"/>
          </a:xfrm>
          <a:prstGeom prst="mathDivide">
            <a:avLst/>
          </a:prstGeom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Equals 32">
            <a:extLst>
              <a:ext uri="{FF2B5EF4-FFF2-40B4-BE49-F238E27FC236}">
                <a16:creationId xmlns:a16="http://schemas.microsoft.com/office/drawing/2014/main" id="{0A5AB07F-FFBC-5514-0DE4-34BAAA358F75}"/>
              </a:ext>
            </a:extLst>
          </p:cNvPr>
          <p:cNvSpPr/>
          <p:nvPr/>
        </p:nvSpPr>
        <p:spPr>
          <a:xfrm>
            <a:off x="8269211" y="2130915"/>
            <a:ext cx="1393083" cy="1059415"/>
          </a:xfrm>
          <a:prstGeom prst="mathEqual">
            <a:avLst/>
          </a:prstGeom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4" name="Not Equal 33">
            <a:extLst>
              <a:ext uri="{FF2B5EF4-FFF2-40B4-BE49-F238E27FC236}">
                <a16:creationId xmlns:a16="http://schemas.microsoft.com/office/drawing/2014/main" id="{D4E76B97-15CD-77D1-DBBF-F22C10FB07EF}"/>
              </a:ext>
            </a:extLst>
          </p:cNvPr>
          <p:cNvSpPr/>
          <p:nvPr/>
        </p:nvSpPr>
        <p:spPr>
          <a:xfrm>
            <a:off x="9833493" y="2130915"/>
            <a:ext cx="1248068" cy="962738"/>
          </a:xfrm>
          <a:prstGeom prst="mathNotEqual">
            <a:avLst/>
          </a:prstGeom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265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Process 1">
            <a:extLst>
              <a:ext uri="{FF2B5EF4-FFF2-40B4-BE49-F238E27FC236}">
                <a16:creationId xmlns:a16="http://schemas.microsoft.com/office/drawing/2014/main" id="{33B895E2-8CA4-0C9D-BD8B-951554EE48B3}"/>
              </a:ext>
            </a:extLst>
          </p:cNvPr>
          <p:cNvSpPr/>
          <p:nvPr/>
        </p:nvSpPr>
        <p:spPr>
          <a:xfrm>
            <a:off x="314199" y="221551"/>
            <a:ext cx="1172205" cy="926484"/>
          </a:xfrm>
          <a:prstGeom prst="flowChartProcess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lowchart: Alternate Process 2">
            <a:extLst>
              <a:ext uri="{FF2B5EF4-FFF2-40B4-BE49-F238E27FC236}">
                <a16:creationId xmlns:a16="http://schemas.microsoft.com/office/drawing/2014/main" id="{5D436427-582F-1953-151C-1D47095747D3}"/>
              </a:ext>
            </a:extLst>
          </p:cNvPr>
          <p:cNvSpPr/>
          <p:nvPr/>
        </p:nvSpPr>
        <p:spPr>
          <a:xfrm>
            <a:off x="1768377" y="221551"/>
            <a:ext cx="1144007" cy="958710"/>
          </a:xfrm>
          <a:prstGeom prst="flowChartAlternateProcess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lowchart: Decision 3">
            <a:extLst>
              <a:ext uri="{FF2B5EF4-FFF2-40B4-BE49-F238E27FC236}">
                <a16:creationId xmlns:a16="http://schemas.microsoft.com/office/drawing/2014/main" id="{64AC8FF7-971E-28BA-4FDB-A40869644083}"/>
              </a:ext>
            </a:extLst>
          </p:cNvPr>
          <p:cNvSpPr/>
          <p:nvPr/>
        </p:nvSpPr>
        <p:spPr>
          <a:xfrm>
            <a:off x="3105737" y="221551"/>
            <a:ext cx="1127895" cy="926484"/>
          </a:xfrm>
          <a:prstGeom prst="flowChartDecision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lowchart: Data 4">
            <a:extLst>
              <a:ext uri="{FF2B5EF4-FFF2-40B4-BE49-F238E27FC236}">
                <a16:creationId xmlns:a16="http://schemas.microsoft.com/office/drawing/2014/main" id="{0068AAC5-E455-E98A-B72D-AC64381BBE28}"/>
              </a:ext>
            </a:extLst>
          </p:cNvPr>
          <p:cNvSpPr/>
          <p:nvPr/>
        </p:nvSpPr>
        <p:spPr>
          <a:xfrm>
            <a:off x="4551859" y="221551"/>
            <a:ext cx="918428" cy="958710"/>
          </a:xfrm>
          <a:prstGeom prst="flowChartInputOutput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lowchart: Predefined Process 5">
            <a:extLst>
              <a:ext uri="{FF2B5EF4-FFF2-40B4-BE49-F238E27FC236}">
                <a16:creationId xmlns:a16="http://schemas.microsoft.com/office/drawing/2014/main" id="{88208D02-9A7B-781F-A328-C7927C51B892}"/>
              </a:ext>
            </a:extLst>
          </p:cNvPr>
          <p:cNvSpPr/>
          <p:nvPr/>
        </p:nvSpPr>
        <p:spPr>
          <a:xfrm>
            <a:off x="5679754" y="221551"/>
            <a:ext cx="978850" cy="958710"/>
          </a:xfrm>
          <a:prstGeom prst="flowChartPredefinedProcess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Flowchart: Internal Storage 6">
            <a:extLst>
              <a:ext uri="{FF2B5EF4-FFF2-40B4-BE49-F238E27FC236}">
                <a16:creationId xmlns:a16="http://schemas.microsoft.com/office/drawing/2014/main" id="{2BA36FDF-D00D-93E3-FEAB-C69545BAC329}"/>
              </a:ext>
            </a:extLst>
          </p:cNvPr>
          <p:cNvSpPr/>
          <p:nvPr/>
        </p:nvSpPr>
        <p:spPr>
          <a:xfrm>
            <a:off x="6868071" y="221551"/>
            <a:ext cx="1075527" cy="958710"/>
          </a:xfrm>
          <a:prstGeom prst="flowChartInternalStorage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Flowchart: Document 7">
            <a:extLst>
              <a:ext uri="{FF2B5EF4-FFF2-40B4-BE49-F238E27FC236}">
                <a16:creationId xmlns:a16="http://schemas.microsoft.com/office/drawing/2014/main" id="{7991C940-E7B9-D43B-54F8-46F9FE3FCA04}"/>
              </a:ext>
            </a:extLst>
          </p:cNvPr>
          <p:cNvSpPr/>
          <p:nvPr/>
        </p:nvSpPr>
        <p:spPr>
          <a:xfrm>
            <a:off x="8124867" y="221551"/>
            <a:ext cx="1075527" cy="1011076"/>
          </a:xfrm>
          <a:prstGeom prst="flowChartDocument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lowchart: Multidocument 8">
            <a:extLst>
              <a:ext uri="{FF2B5EF4-FFF2-40B4-BE49-F238E27FC236}">
                <a16:creationId xmlns:a16="http://schemas.microsoft.com/office/drawing/2014/main" id="{2D0F4903-C838-C65C-1601-0326EDAA591C}"/>
              </a:ext>
            </a:extLst>
          </p:cNvPr>
          <p:cNvSpPr/>
          <p:nvPr/>
        </p:nvSpPr>
        <p:spPr>
          <a:xfrm>
            <a:off x="9409861" y="221551"/>
            <a:ext cx="1013762" cy="1011076"/>
          </a:xfrm>
          <a:prstGeom prst="flowChartMultidocument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lowchart: Terminator 9">
            <a:extLst>
              <a:ext uri="{FF2B5EF4-FFF2-40B4-BE49-F238E27FC236}">
                <a16:creationId xmlns:a16="http://schemas.microsoft.com/office/drawing/2014/main" id="{C08F2C9D-16CC-60D7-754D-E1D323FE18E4}"/>
              </a:ext>
            </a:extLst>
          </p:cNvPr>
          <p:cNvSpPr/>
          <p:nvPr/>
        </p:nvSpPr>
        <p:spPr>
          <a:xfrm>
            <a:off x="10666657" y="221551"/>
            <a:ext cx="1107754" cy="926484"/>
          </a:xfrm>
          <a:prstGeom prst="flowChartTerminator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lowchart: Preparation 10">
            <a:extLst>
              <a:ext uri="{FF2B5EF4-FFF2-40B4-BE49-F238E27FC236}">
                <a16:creationId xmlns:a16="http://schemas.microsoft.com/office/drawing/2014/main" id="{533E5FF0-D19D-A3C8-9286-D2277B729F84}"/>
              </a:ext>
            </a:extLst>
          </p:cNvPr>
          <p:cNvSpPr/>
          <p:nvPr/>
        </p:nvSpPr>
        <p:spPr>
          <a:xfrm>
            <a:off x="370594" y="1591137"/>
            <a:ext cx="1039274" cy="894259"/>
          </a:xfrm>
          <a:prstGeom prst="flowChartPreparation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Flowchart: Manual Input 11">
            <a:extLst>
              <a:ext uri="{FF2B5EF4-FFF2-40B4-BE49-F238E27FC236}">
                <a16:creationId xmlns:a16="http://schemas.microsoft.com/office/drawing/2014/main" id="{6BED8F3A-DE1D-A18D-C5E4-E3F910995B8A}"/>
              </a:ext>
            </a:extLst>
          </p:cNvPr>
          <p:cNvSpPr/>
          <p:nvPr/>
        </p:nvSpPr>
        <p:spPr>
          <a:xfrm>
            <a:off x="1671700" y="1558912"/>
            <a:ext cx="1144007" cy="894259"/>
          </a:xfrm>
          <a:prstGeom prst="flowChartManualInput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Flowchart: Manual Operation 12">
            <a:extLst>
              <a:ext uri="{FF2B5EF4-FFF2-40B4-BE49-F238E27FC236}">
                <a16:creationId xmlns:a16="http://schemas.microsoft.com/office/drawing/2014/main" id="{C1645413-FBE3-85F1-D774-5CCE2A5C290F}"/>
              </a:ext>
            </a:extLst>
          </p:cNvPr>
          <p:cNvSpPr/>
          <p:nvPr/>
        </p:nvSpPr>
        <p:spPr>
          <a:xfrm>
            <a:off x="3077539" y="1558912"/>
            <a:ext cx="1212487" cy="894259"/>
          </a:xfrm>
          <a:prstGeom prst="flowChartManualOperation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89FB32F4-789B-DC8B-28DC-0A8F6330FBDE}"/>
              </a:ext>
            </a:extLst>
          </p:cNvPr>
          <p:cNvSpPr/>
          <p:nvPr/>
        </p:nvSpPr>
        <p:spPr>
          <a:xfrm>
            <a:off x="4551858" y="1526687"/>
            <a:ext cx="1031219" cy="926484"/>
          </a:xfrm>
          <a:prstGeom prst="flowChartConnector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lowchart: Off-page Connector 14">
            <a:extLst>
              <a:ext uri="{FF2B5EF4-FFF2-40B4-BE49-F238E27FC236}">
                <a16:creationId xmlns:a16="http://schemas.microsoft.com/office/drawing/2014/main" id="{F57BF45F-1ACB-3B24-1A3E-0F8D14FEA254}"/>
              </a:ext>
            </a:extLst>
          </p:cNvPr>
          <p:cNvSpPr/>
          <p:nvPr/>
        </p:nvSpPr>
        <p:spPr>
          <a:xfrm>
            <a:off x="5764345" y="1494461"/>
            <a:ext cx="978850" cy="990935"/>
          </a:xfrm>
          <a:prstGeom prst="flowChartOffpageConnector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Flowchart: Card 15">
            <a:extLst>
              <a:ext uri="{FF2B5EF4-FFF2-40B4-BE49-F238E27FC236}">
                <a16:creationId xmlns:a16="http://schemas.microsoft.com/office/drawing/2014/main" id="{A9AD82D6-B657-7268-0541-04CCE476B5AB}"/>
              </a:ext>
            </a:extLst>
          </p:cNvPr>
          <p:cNvSpPr/>
          <p:nvPr/>
        </p:nvSpPr>
        <p:spPr>
          <a:xfrm>
            <a:off x="6976832" y="1494461"/>
            <a:ext cx="966766" cy="958710"/>
          </a:xfrm>
          <a:prstGeom prst="flowChartPunchedCard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Flowchart: Punched Tape 16">
            <a:extLst>
              <a:ext uri="{FF2B5EF4-FFF2-40B4-BE49-F238E27FC236}">
                <a16:creationId xmlns:a16="http://schemas.microsoft.com/office/drawing/2014/main" id="{FC6B678C-8BC4-6904-850C-C0EC2F619B1D}"/>
              </a:ext>
            </a:extLst>
          </p:cNvPr>
          <p:cNvSpPr/>
          <p:nvPr/>
        </p:nvSpPr>
        <p:spPr>
          <a:xfrm>
            <a:off x="8124867" y="1494461"/>
            <a:ext cx="1015105" cy="958710"/>
          </a:xfrm>
          <a:prstGeom prst="flowChartPunchedTape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Flowchart: Summing Junction 17">
            <a:extLst>
              <a:ext uri="{FF2B5EF4-FFF2-40B4-BE49-F238E27FC236}">
                <a16:creationId xmlns:a16="http://schemas.microsoft.com/office/drawing/2014/main" id="{2F37CC45-F535-9D04-C623-02BCC56DAFCC}"/>
              </a:ext>
            </a:extLst>
          </p:cNvPr>
          <p:cNvSpPr/>
          <p:nvPr/>
        </p:nvSpPr>
        <p:spPr>
          <a:xfrm>
            <a:off x="9409861" y="1494461"/>
            <a:ext cx="950654" cy="958710"/>
          </a:xfrm>
          <a:prstGeom prst="flowChartSummingJunction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Flowchart: Or 18">
            <a:extLst>
              <a:ext uri="{FF2B5EF4-FFF2-40B4-BE49-F238E27FC236}">
                <a16:creationId xmlns:a16="http://schemas.microsoft.com/office/drawing/2014/main" id="{9FBB6F31-36D2-3ED1-F482-37900BFEBBF0}"/>
              </a:ext>
            </a:extLst>
          </p:cNvPr>
          <p:cNvSpPr/>
          <p:nvPr/>
        </p:nvSpPr>
        <p:spPr>
          <a:xfrm>
            <a:off x="10714996" y="1494461"/>
            <a:ext cx="1059415" cy="990935"/>
          </a:xfrm>
          <a:prstGeom prst="flowChartOr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Flowchart: Collate 19">
            <a:extLst>
              <a:ext uri="{FF2B5EF4-FFF2-40B4-BE49-F238E27FC236}">
                <a16:creationId xmlns:a16="http://schemas.microsoft.com/office/drawing/2014/main" id="{7495F112-565A-F8B0-9879-1FACD3168F81}"/>
              </a:ext>
            </a:extLst>
          </p:cNvPr>
          <p:cNvSpPr/>
          <p:nvPr/>
        </p:nvSpPr>
        <p:spPr>
          <a:xfrm>
            <a:off x="503524" y="2936553"/>
            <a:ext cx="817724" cy="1043303"/>
          </a:xfrm>
          <a:prstGeom prst="flowChartCollate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Flowchart: Sort 20">
            <a:extLst>
              <a:ext uri="{FF2B5EF4-FFF2-40B4-BE49-F238E27FC236}">
                <a16:creationId xmlns:a16="http://schemas.microsoft.com/office/drawing/2014/main" id="{0A6300B0-31AB-379A-4617-BCF71DDA5E0E}"/>
              </a:ext>
            </a:extLst>
          </p:cNvPr>
          <p:cNvSpPr/>
          <p:nvPr/>
        </p:nvSpPr>
        <p:spPr>
          <a:xfrm>
            <a:off x="1711982" y="2868074"/>
            <a:ext cx="1003021" cy="1075528"/>
          </a:xfrm>
          <a:prstGeom prst="flowChartSort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Flowchart: Extract 21">
            <a:extLst>
              <a:ext uri="{FF2B5EF4-FFF2-40B4-BE49-F238E27FC236}">
                <a16:creationId xmlns:a16="http://schemas.microsoft.com/office/drawing/2014/main" id="{E26EA761-6C1C-5803-46F7-7CC509803D5B}"/>
              </a:ext>
            </a:extLst>
          </p:cNvPr>
          <p:cNvSpPr/>
          <p:nvPr/>
        </p:nvSpPr>
        <p:spPr>
          <a:xfrm>
            <a:off x="3105737" y="2831822"/>
            <a:ext cx="1003021" cy="1148034"/>
          </a:xfrm>
          <a:prstGeom prst="flowChartExtract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Flowchart: Merge 22">
            <a:extLst>
              <a:ext uri="{FF2B5EF4-FFF2-40B4-BE49-F238E27FC236}">
                <a16:creationId xmlns:a16="http://schemas.microsoft.com/office/drawing/2014/main" id="{289DCD2F-92E7-B0B6-E26D-3904E00A2904}"/>
              </a:ext>
            </a:extLst>
          </p:cNvPr>
          <p:cNvSpPr/>
          <p:nvPr/>
        </p:nvSpPr>
        <p:spPr>
          <a:xfrm>
            <a:off x="4551858" y="2779454"/>
            <a:ext cx="1031219" cy="1148034"/>
          </a:xfrm>
          <a:prstGeom prst="flowChartMerge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Flowchart: Stored Data 23">
            <a:extLst>
              <a:ext uri="{FF2B5EF4-FFF2-40B4-BE49-F238E27FC236}">
                <a16:creationId xmlns:a16="http://schemas.microsoft.com/office/drawing/2014/main" id="{DA2AA1C1-77E3-4EA8-68A3-7546EB96A946}"/>
              </a:ext>
            </a:extLst>
          </p:cNvPr>
          <p:cNvSpPr/>
          <p:nvPr/>
        </p:nvSpPr>
        <p:spPr>
          <a:xfrm>
            <a:off x="5836853" y="2779454"/>
            <a:ext cx="946625" cy="1148034"/>
          </a:xfrm>
          <a:prstGeom prst="flowChartOnlineStorage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Flowchart: Delay 24">
            <a:extLst>
              <a:ext uri="{FF2B5EF4-FFF2-40B4-BE49-F238E27FC236}">
                <a16:creationId xmlns:a16="http://schemas.microsoft.com/office/drawing/2014/main" id="{38B86754-ACF9-AEBD-15D1-4A64320A3E6A}"/>
              </a:ext>
            </a:extLst>
          </p:cNvPr>
          <p:cNvSpPr/>
          <p:nvPr/>
        </p:nvSpPr>
        <p:spPr>
          <a:xfrm>
            <a:off x="7009057" y="2779454"/>
            <a:ext cx="1011077" cy="1095668"/>
          </a:xfrm>
          <a:prstGeom prst="flowChartDelay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Flowchart: Sequential Access Storage 25">
            <a:extLst>
              <a:ext uri="{FF2B5EF4-FFF2-40B4-BE49-F238E27FC236}">
                <a16:creationId xmlns:a16="http://schemas.microsoft.com/office/drawing/2014/main" id="{C97118A6-3531-7135-C239-F75E75ECE1D7}"/>
              </a:ext>
            </a:extLst>
          </p:cNvPr>
          <p:cNvSpPr/>
          <p:nvPr/>
        </p:nvSpPr>
        <p:spPr>
          <a:xfrm>
            <a:off x="8273910" y="2779454"/>
            <a:ext cx="1135951" cy="1164148"/>
          </a:xfrm>
          <a:prstGeom prst="flowChartMagneticTape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Flowchart: Magnetic Disk 26">
            <a:extLst>
              <a:ext uri="{FF2B5EF4-FFF2-40B4-BE49-F238E27FC236}">
                <a16:creationId xmlns:a16="http://schemas.microsoft.com/office/drawing/2014/main" id="{1D050591-94A4-DFDB-3676-2806F2537771}"/>
              </a:ext>
            </a:extLst>
          </p:cNvPr>
          <p:cNvSpPr/>
          <p:nvPr/>
        </p:nvSpPr>
        <p:spPr>
          <a:xfrm>
            <a:off x="9748229" y="2795568"/>
            <a:ext cx="1200401" cy="1148034"/>
          </a:xfrm>
          <a:prstGeom prst="flowChartMagneticDisk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Flowchart: Direct Access Storage 27">
            <a:extLst>
              <a:ext uri="{FF2B5EF4-FFF2-40B4-BE49-F238E27FC236}">
                <a16:creationId xmlns:a16="http://schemas.microsoft.com/office/drawing/2014/main" id="{7628D7C5-E660-1FAC-A7E3-C4888F2CE0D9}"/>
              </a:ext>
            </a:extLst>
          </p:cNvPr>
          <p:cNvSpPr/>
          <p:nvPr/>
        </p:nvSpPr>
        <p:spPr>
          <a:xfrm>
            <a:off x="781470" y="4628395"/>
            <a:ext cx="1003021" cy="958710"/>
          </a:xfrm>
          <a:prstGeom prst="flowChartMagneticDrum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Flowchart: Display 28">
            <a:extLst>
              <a:ext uri="{FF2B5EF4-FFF2-40B4-BE49-F238E27FC236}">
                <a16:creationId xmlns:a16="http://schemas.microsoft.com/office/drawing/2014/main" id="{60DAA413-5240-9697-4448-663200CF1BF7}"/>
              </a:ext>
            </a:extLst>
          </p:cNvPr>
          <p:cNvSpPr/>
          <p:nvPr/>
        </p:nvSpPr>
        <p:spPr>
          <a:xfrm>
            <a:off x="2211478" y="4543802"/>
            <a:ext cx="1212487" cy="1111782"/>
          </a:xfrm>
          <a:prstGeom prst="flowChartDisplay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8658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xplosion: 8 Points 1">
            <a:extLst>
              <a:ext uri="{FF2B5EF4-FFF2-40B4-BE49-F238E27FC236}">
                <a16:creationId xmlns:a16="http://schemas.microsoft.com/office/drawing/2014/main" id="{FBC669DA-282C-14FC-C1D1-BA81D9D343BB}"/>
              </a:ext>
            </a:extLst>
          </p:cNvPr>
          <p:cNvSpPr/>
          <p:nvPr/>
        </p:nvSpPr>
        <p:spPr>
          <a:xfrm>
            <a:off x="378650" y="358510"/>
            <a:ext cx="829808" cy="853977"/>
          </a:xfrm>
          <a:prstGeom prst="irregularSeal1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Explosion: 14 Points 2">
            <a:extLst>
              <a:ext uri="{FF2B5EF4-FFF2-40B4-BE49-F238E27FC236}">
                <a16:creationId xmlns:a16="http://schemas.microsoft.com/office/drawing/2014/main" id="{D946FB51-F193-F751-33DB-16347EA188F2}"/>
              </a:ext>
            </a:extLst>
          </p:cNvPr>
          <p:cNvSpPr/>
          <p:nvPr/>
        </p:nvSpPr>
        <p:spPr>
          <a:xfrm>
            <a:off x="1462234" y="362537"/>
            <a:ext cx="1003021" cy="926485"/>
          </a:xfrm>
          <a:prstGeom prst="irregularSeal2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Star: 4 Points 3">
            <a:extLst>
              <a:ext uri="{FF2B5EF4-FFF2-40B4-BE49-F238E27FC236}">
                <a16:creationId xmlns:a16="http://schemas.microsoft.com/office/drawing/2014/main" id="{3F61B573-E1EB-EB93-9AB6-2FCC85717A88}"/>
              </a:ext>
            </a:extLst>
          </p:cNvPr>
          <p:cNvSpPr/>
          <p:nvPr/>
        </p:nvSpPr>
        <p:spPr>
          <a:xfrm>
            <a:off x="2719031" y="358510"/>
            <a:ext cx="950654" cy="926485"/>
          </a:xfrm>
          <a:prstGeom prst="star4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8904733B-6580-D651-47CC-41F280EF4EDE}"/>
              </a:ext>
            </a:extLst>
          </p:cNvPr>
          <p:cNvSpPr/>
          <p:nvPr/>
        </p:nvSpPr>
        <p:spPr>
          <a:xfrm>
            <a:off x="3923461" y="322256"/>
            <a:ext cx="1003021" cy="962739"/>
          </a:xfrm>
          <a:prstGeom prst="star5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Star: 6 Points 5">
            <a:extLst>
              <a:ext uri="{FF2B5EF4-FFF2-40B4-BE49-F238E27FC236}">
                <a16:creationId xmlns:a16="http://schemas.microsoft.com/office/drawing/2014/main" id="{0E5D685D-17F9-3139-CE16-106286E3AB51}"/>
              </a:ext>
            </a:extLst>
          </p:cNvPr>
          <p:cNvSpPr/>
          <p:nvPr/>
        </p:nvSpPr>
        <p:spPr>
          <a:xfrm>
            <a:off x="5180258" y="249748"/>
            <a:ext cx="1095668" cy="1035247"/>
          </a:xfrm>
          <a:prstGeom prst="star6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Star: 7 Points 6">
            <a:extLst>
              <a:ext uri="{FF2B5EF4-FFF2-40B4-BE49-F238E27FC236}">
                <a16:creationId xmlns:a16="http://schemas.microsoft.com/office/drawing/2014/main" id="{BE75590C-2C7E-7E23-1567-4EE283280778}"/>
              </a:ext>
            </a:extLst>
          </p:cNvPr>
          <p:cNvSpPr/>
          <p:nvPr/>
        </p:nvSpPr>
        <p:spPr>
          <a:xfrm>
            <a:off x="6481364" y="249748"/>
            <a:ext cx="1240684" cy="1003020"/>
          </a:xfrm>
          <a:prstGeom prst="star7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Star: 8 Points 7">
            <a:extLst>
              <a:ext uri="{FF2B5EF4-FFF2-40B4-BE49-F238E27FC236}">
                <a16:creationId xmlns:a16="http://schemas.microsoft.com/office/drawing/2014/main" id="{E7FAD2FC-72C7-C031-FD10-BB0EAB938970}"/>
              </a:ext>
            </a:extLst>
          </p:cNvPr>
          <p:cNvSpPr/>
          <p:nvPr/>
        </p:nvSpPr>
        <p:spPr>
          <a:xfrm>
            <a:off x="7959711" y="249748"/>
            <a:ext cx="970795" cy="1035247"/>
          </a:xfrm>
          <a:prstGeom prst="star8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Star: 10 Points 8">
            <a:extLst>
              <a:ext uri="{FF2B5EF4-FFF2-40B4-BE49-F238E27FC236}">
                <a16:creationId xmlns:a16="http://schemas.microsoft.com/office/drawing/2014/main" id="{C955FE5B-24AA-9F91-005B-3FA267A5ADC6}"/>
              </a:ext>
            </a:extLst>
          </p:cNvPr>
          <p:cNvSpPr/>
          <p:nvPr/>
        </p:nvSpPr>
        <p:spPr>
          <a:xfrm>
            <a:off x="9168169" y="249748"/>
            <a:ext cx="1043302" cy="1035247"/>
          </a:xfrm>
          <a:prstGeom prst="star10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Star: 12 Points 9">
            <a:extLst>
              <a:ext uri="{FF2B5EF4-FFF2-40B4-BE49-F238E27FC236}">
                <a16:creationId xmlns:a16="http://schemas.microsoft.com/office/drawing/2014/main" id="{189FAF34-51C4-560C-E00C-26E581F01450}"/>
              </a:ext>
            </a:extLst>
          </p:cNvPr>
          <p:cNvSpPr/>
          <p:nvPr/>
        </p:nvSpPr>
        <p:spPr>
          <a:xfrm>
            <a:off x="10408853" y="249748"/>
            <a:ext cx="1131922" cy="1035247"/>
          </a:xfrm>
          <a:prstGeom prst="star12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Star: 16 Points 10">
            <a:extLst>
              <a:ext uri="{FF2B5EF4-FFF2-40B4-BE49-F238E27FC236}">
                <a16:creationId xmlns:a16="http://schemas.microsoft.com/office/drawing/2014/main" id="{0B77C897-E6C4-825F-E5D5-85EBC4DC6F22}"/>
              </a:ext>
            </a:extLst>
          </p:cNvPr>
          <p:cNvSpPr/>
          <p:nvPr/>
        </p:nvSpPr>
        <p:spPr>
          <a:xfrm>
            <a:off x="298086" y="1566967"/>
            <a:ext cx="1119838" cy="1075528"/>
          </a:xfrm>
          <a:prstGeom prst="star16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Star: 24 Points 11">
            <a:extLst>
              <a:ext uri="{FF2B5EF4-FFF2-40B4-BE49-F238E27FC236}">
                <a16:creationId xmlns:a16="http://schemas.microsoft.com/office/drawing/2014/main" id="{D7BBFE2E-248C-D556-0C5F-A640AAEB13BE}"/>
              </a:ext>
            </a:extLst>
          </p:cNvPr>
          <p:cNvSpPr/>
          <p:nvPr/>
        </p:nvSpPr>
        <p:spPr>
          <a:xfrm>
            <a:off x="1655588" y="1566967"/>
            <a:ext cx="1003021" cy="1111782"/>
          </a:xfrm>
          <a:prstGeom prst="star24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Star: 32 Points 12">
            <a:extLst>
              <a:ext uri="{FF2B5EF4-FFF2-40B4-BE49-F238E27FC236}">
                <a16:creationId xmlns:a16="http://schemas.microsoft.com/office/drawing/2014/main" id="{1FFFDBAC-0500-29E6-E400-EF4115D52CD1}"/>
              </a:ext>
            </a:extLst>
          </p:cNvPr>
          <p:cNvSpPr/>
          <p:nvPr/>
        </p:nvSpPr>
        <p:spPr>
          <a:xfrm>
            <a:off x="2896273" y="1566967"/>
            <a:ext cx="1063442" cy="1075528"/>
          </a:xfrm>
          <a:prstGeom prst="star32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ibbon: Tilted Up 13">
            <a:extLst>
              <a:ext uri="{FF2B5EF4-FFF2-40B4-BE49-F238E27FC236}">
                <a16:creationId xmlns:a16="http://schemas.microsoft.com/office/drawing/2014/main" id="{C03008A6-8C7F-2DDE-EC9E-83DAB009EE12}"/>
              </a:ext>
            </a:extLst>
          </p:cNvPr>
          <p:cNvSpPr/>
          <p:nvPr/>
        </p:nvSpPr>
        <p:spPr>
          <a:xfrm>
            <a:off x="4197379" y="1530713"/>
            <a:ext cx="1119838" cy="1075528"/>
          </a:xfrm>
          <a:prstGeom prst="ribbon2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Ribbon: Tilted Down 14">
            <a:extLst>
              <a:ext uri="{FF2B5EF4-FFF2-40B4-BE49-F238E27FC236}">
                <a16:creationId xmlns:a16="http://schemas.microsoft.com/office/drawing/2014/main" id="{41E2426E-D0CA-4FF5-8F67-16F6ED8D0ADE}"/>
              </a:ext>
            </a:extLst>
          </p:cNvPr>
          <p:cNvSpPr/>
          <p:nvPr/>
        </p:nvSpPr>
        <p:spPr>
          <a:xfrm>
            <a:off x="5635443" y="1494459"/>
            <a:ext cx="1043302" cy="1075528"/>
          </a:xfrm>
          <a:prstGeom prst="ribbon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ibbon: Curved and Tilted Up 15">
            <a:extLst>
              <a:ext uri="{FF2B5EF4-FFF2-40B4-BE49-F238E27FC236}">
                <a16:creationId xmlns:a16="http://schemas.microsoft.com/office/drawing/2014/main" id="{E4BFD6DC-3D6B-AF1D-F8CC-22EC2599D930}"/>
              </a:ext>
            </a:extLst>
          </p:cNvPr>
          <p:cNvSpPr/>
          <p:nvPr/>
        </p:nvSpPr>
        <p:spPr>
          <a:xfrm>
            <a:off x="6874785" y="1494459"/>
            <a:ext cx="1084926" cy="1075528"/>
          </a:xfrm>
          <a:prstGeom prst="ellipseRibbon2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Ribbon: Curved and Tilted Down 16">
            <a:extLst>
              <a:ext uri="{FF2B5EF4-FFF2-40B4-BE49-F238E27FC236}">
                <a16:creationId xmlns:a16="http://schemas.microsoft.com/office/drawing/2014/main" id="{79D37F6D-7E2D-740C-8C06-F42730DD01B2}"/>
              </a:ext>
            </a:extLst>
          </p:cNvPr>
          <p:cNvSpPr/>
          <p:nvPr/>
        </p:nvSpPr>
        <p:spPr>
          <a:xfrm>
            <a:off x="8155751" y="1494459"/>
            <a:ext cx="1173546" cy="1111782"/>
          </a:xfrm>
          <a:prstGeom prst="ellipseRibbon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Scroll: Vertical 17">
            <a:extLst>
              <a:ext uri="{FF2B5EF4-FFF2-40B4-BE49-F238E27FC236}">
                <a16:creationId xmlns:a16="http://schemas.microsoft.com/office/drawing/2014/main" id="{EEFD768B-3568-EE0B-EB18-C1AD26C629D0}"/>
              </a:ext>
            </a:extLst>
          </p:cNvPr>
          <p:cNvSpPr/>
          <p:nvPr/>
        </p:nvSpPr>
        <p:spPr>
          <a:xfrm>
            <a:off x="459214" y="3109766"/>
            <a:ext cx="1297079" cy="1297078"/>
          </a:xfrm>
          <a:prstGeom prst="verticalScroll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Scroll: Horizontal 18">
            <a:extLst>
              <a:ext uri="{FF2B5EF4-FFF2-40B4-BE49-F238E27FC236}">
                <a16:creationId xmlns:a16="http://schemas.microsoft.com/office/drawing/2014/main" id="{72370141-C548-E18B-0543-86B3368585D2}"/>
              </a:ext>
            </a:extLst>
          </p:cNvPr>
          <p:cNvSpPr/>
          <p:nvPr/>
        </p:nvSpPr>
        <p:spPr>
          <a:xfrm>
            <a:off x="1993956" y="3073512"/>
            <a:ext cx="1003021" cy="1240684"/>
          </a:xfrm>
          <a:prstGeom prst="horizontalScroll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Wave 19">
            <a:extLst>
              <a:ext uri="{FF2B5EF4-FFF2-40B4-BE49-F238E27FC236}">
                <a16:creationId xmlns:a16="http://schemas.microsoft.com/office/drawing/2014/main" id="{EA76AFD5-A147-4A49-3CB6-04624D5CEC2F}"/>
              </a:ext>
            </a:extLst>
          </p:cNvPr>
          <p:cNvSpPr/>
          <p:nvPr/>
        </p:nvSpPr>
        <p:spPr>
          <a:xfrm>
            <a:off x="3174217" y="3073512"/>
            <a:ext cx="1063442" cy="1141994"/>
          </a:xfrm>
          <a:prstGeom prst="wave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Double Wave 20">
            <a:extLst>
              <a:ext uri="{FF2B5EF4-FFF2-40B4-BE49-F238E27FC236}">
                <a16:creationId xmlns:a16="http://schemas.microsoft.com/office/drawing/2014/main" id="{3365E808-20DF-A88B-6F32-99489675A0AF}"/>
              </a:ext>
            </a:extLst>
          </p:cNvPr>
          <p:cNvSpPr/>
          <p:nvPr/>
        </p:nvSpPr>
        <p:spPr>
          <a:xfrm>
            <a:off x="4479352" y="3073512"/>
            <a:ext cx="1397783" cy="1214502"/>
          </a:xfrm>
          <a:prstGeom prst="doubleWave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4189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470BFB11-98DD-8407-8BC5-C122DA75F86D}"/>
              </a:ext>
            </a:extLst>
          </p:cNvPr>
          <p:cNvSpPr/>
          <p:nvPr/>
        </p:nvSpPr>
        <p:spPr>
          <a:xfrm>
            <a:off x="382678" y="370594"/>
            <a:ext cx="930513" cy="849949"/>
          </a:xfrm>
          <a:prstGeom prst="wedgeRectCallout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133D6C84-6C0F-5C34-7CD5-F280386089DF}"/>
              </a:ext>
            </a:extLst>
          </p:cNvPr>
          <p:cNvSpPr/>
          <p:nvPr/>
        </p:nvSpPr>
        <p:spPr>
          <a:xfrm>
            <a:off x="1595165" y="370594"/>
            <a:ext cx="1043302" cy="914400"/>
          </a:xfrm>
          <a:prstGeom prst="wedgeRoundRectCallout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4DE8758A-4073-7BB4-5B32-3955606066EC}"/>
              </a:ext>
            </a:extLst>
          </p:cNvPr>
          <p:cNvSpPr/>
          <p:nvPr/>
        </p:nvSpPr>
        <p:spPr>
          <a:xfrm>
            <a:off x="2920441" y="342396"/>
            <a:ext cx="998992" cy="978852"/>
          </a:xfrm>
          <a:prstGeom prst="wedgeEllipseCallout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hought Bubble: Cloud 4">
            <a:extLst>
              <a:ext uri="{FF2B5EF4-FFF2-40B4-BE49-F238E27FC236}">
                <a16:creationId xmlns:a16="http://schemas.microsoft.com/office/drawing/2014/main" id="{8076E64E-3560-C317-1CA2-999D5DEC5C03}"/>
              </a:ext>
            </a:extLst>
          </p:cNvPr>
          <p:cNvSpPr/>
          <p:nvPr/>
        </p:nvSpPr>
        <p:spPr>
          <a:xfrm>
            <a:off x="4201407" y="342396"/>
            <a:ext cx="1160119" cy="978852"/>
          </a:xfrm>
          <a:prstGeom prst="cloudCallout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Callout: Line 5">
            <a:extLst>
              <a:ext uri="{FF2B5EF4-FFF2-40B4-BE49-F238E27FC236}">
                <a16:creationId xmlns:a16="http://schemas.microsoft.com/office/drawing/2014/main" id="{A7820623-EE54-0BEB-4569-F16993A0C73D}"/>
              </a:ext>
            </a:extLst>
          </p:cNvPr>
          <p:cNvSpPr/>
          <p:nvPr/>
        </p:nvSpPr>
        <p:spPr>
          <a:xfrm>
            <a:off x="6058403" y="370594"/>
            <a:ext cx="1215174" cy="942598"/>
          </a:xfrm>
          <a:prstGeom prst="borderCallout1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Callout: Bent Line 6">
            <a:extLst>
              <a:ext uri="{FF2B5EF4-FFF2-40B4-BE49-F238E27FC236}">
                <a16:creationId xmlns:a16="http://schemas.microsoft.com/office/drawing/2014/main" id="{D93A1965-3091-954F-C7D5-07AEB474C77A}"/>
              </a:ext>
            </a:extLst>
          </p:cNvPr>
          <p:cNvSpPr/>
          <p:nvPr/>
        </p:nvSpPr>
        <p:spPr>
          <a:xfrm>
            <a:off x="8088613" y="342396"/>
            <a:ext cx="1260824" cy="1031218"/>
          </a:xfrm>
          <a:prstGeom prst="borderCallout2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Callout: Double Bent Line 7">
            <a:extLst>
              <a:ext uri="{FF2B5EF4-FFF2-40B4-BE49-F238E27FC236}">
                <a16:creationId xmlns:a16="http://schemas.microsoft.com/office/drawing/2014/main" id="{9337EDB0-2D2D-3665-6957-D8A5AA93A092}"/>
              </a:ext>
            </a:extLst>
          </p:cNvPr>
          <p:cNvSpPr/>
          <p:nvPr/>
        </p:nvSpPr>
        <p:spPr>
          <a:xfrm>
            <a:off x="10267866" y="342396"/>
            <a:ext cx="1160119" cy="970796"/>
          </a:xfrm>
          <a:prstGeom prst="borderCallout3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Callout: Line with Accent Bar 8">
            <a:extLst>
              <a:ext uri="{FF2B5EF4-FFF2-40B4-BE49-F238E27FC236}">
                <a16:creationId xmlns:a16="http://schemas.microsoft.com/office/drawing/2014/main" id="{9F09D7F5-1028-9E61-F6BD-592490D9F8C6}"/>
              </a:ext>
            </a:extLst>
          </p:cNvPr>
          <p:cNvSpPr/>
          <p:nvPr/>
        </p:nvSpPr>
        <p:spPr>
          <a:xfrm>
            <a:off x="676736" y="1889223"/>
            <a:ext cx="1043302" cy="1051358"/>
          </a:xfrm>
          <a:prstGeom prst="accentCallout1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Callout: Bent Line with Accent Bar 9">
            <a:extLst>
              <a:ext uri="{FF2B5EF4-FFF2-40B4-BE49-F238E27FC236}">
                <a16:creationId xmlns:a16="http://schemas.microsoft.com/office/drawing/2014/main" id="{A441B5B0-BE02-71CB-4D1B-B9FA7CF3647C}"/>
              </a:ext>
            </a:extLst>
          </p:cNvPr>
          <p:cNvSpPr/>
          <p:nvPr/>
        </p:nvSpPr>
        <p:spPr>
          <a:xfrm>
            <a:off x="2346423" y="1800602"/>
            <a:ext cx="1148036" cy="1228599"/>
          </a:xfrm>
          <a:prstGeom prst="accentCallout2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Callout: Double Bent Line with Accent Bar 10">
            <a:extLst>
              <a:ext uri="{FF2B5EF4-FFF2-40B4-BE49-F238E27FC236}">
                <a16:creationId xmlns:a16="http://schemas.microsoft.com/office/drawing/2014/main" id="{DA7EBDB0-5E6E-A9AB-6F8F-937BD49C6E9E}"/>
              </a:ext>
            </a:extLst>
          </p:cNvPr>
          <p:cNvSpPr/>
          <p:nvPr/>
        </p:nvSpPr>
        <p:spPr>
          <a:xfrm>
            <a:off x="4084589" y="1772405"/>
            <a:ext cx="1083584" cy="1107754"/>
          </a:xfrm>
          <a:prstGeom prst="accentCallout3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Callout: Double Bent Line with No Border 11">
            <a:extLst>
              <a:ext uri="{FF2B5EF4-FFF2-40B4-BE49-F238E27FC236}">
                <a16:creationId xmlns:a16="http://schemas.microsoft.com/office/drawing/2014/main" id="{11D5A8D6-807E-5155-8947-C9470902CAF7}"/>
              </a:ext>
            </a:extLst>
          </p:cNvPr>
          <p:cNvSpPr/>
          <p:nvPr/>
        </p:nvSpPr>
        <p:spPr>
          <a:xfrm>
            <a:off x="5758303" y="1724067"/>
            <a:ext cx="1319234" cy="1216514"/>
          </a:xfrm>
          <a:prstGeom prst="callout3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Callout: Line with Border and Accent Bar 12">
            <a:extLst>
              <a:ext uri="{FF2B5EF4-FFF2-40B4-BE49-F238E27FC236}">
                <a16:creationId xmlns:a16="http://schemas.microsoft.com/office/drawing/2014/main" id="{7E219158-738E-8B66-B156-080D0FF0D71C}"/>
              </a:ext>
            </a:extLst>
          </p:cNvPr>
          <p:cNvSpPr/>
          <p:nvPr/>
        </p:nvSpPr>
        <p:spPr>
          <a:xfrm>
            <a:off x="7859007" y="1772405"/>
            <a:ext cx="1319234" cy="1168177"/>
          </a:xfrm>
          <a:prstGeom prst="accentBorderCallout1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Callout: Bent Line with Border and Accent Bar 13">
            <a:extLst>
              <a:ext uri="{FF2B5EF4-FFF2-40B4-BE49-F238E27FC236}">
                <a16:creationId xmlns:a16="http://schemas.microsoft.com/office/drawing/2014/main" id="{1A11ED57-9B7F-C5B5-A9A9-9916D7FEA910}"/>
              </a:ext>
            </a:extLst>
          </p:cNvPr>
          <p:cNvSpPr/>
          <p:nvPr/>
        </p:nvSpPr>
        <p:spPr>
          <a:xfrm>
            <a:off x="10042959" y="1800602"/>
            <a:ext cx="1160119" cy="1139979"/>
          </a:xfrm>
          <a:prstGeom prst="accentBorderCallout2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Callout: Line with Border and Accent Bar 16">
            <a:extLst>
              <a:ext uri="{FF2B5EF4-FFF2-40B4-BE49-F238E27FC236}">
                <a16:creationId xmlns:a16="http://schemas.microsoft.com/office/drawing/2014/main" id="{6511630A-94EC-B279-8802-719E94C17F86}"/>
              </a:ext>
            </a:extLst>
          </p:cNvPr>
          <p:cNvSpPr/>
          <p:nvPr/>
        </p:nvSpPr>
        <p:spPr>
          <a:xfrm>
            <a:off x="785498" y="3585093"/>
            <a:ext cx="1003020" cy="1099696"/>
          </a:xfrm>
          <a:prstGeom prst="accentBorderCallout1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Callout: Bent Line with Border and Accent Bar 17">
            <a:extLst>
              <a:ext uri="{FF2B5EF4-FFF2-40B4-BE49-F238E27FC236}">
                <a16:creationId xmlns:a16="http://schemas.microsoft.com/office/drawing/2014/main" id="{1B87FEEB-F22F-69CB-D224-32825F28D08D}"/>
              </a:ext>
            </a:extLst>
          </p:cNvPr>
          <p:cNvSpPr/>
          <p:nvPr/>
        </p:nvSpPr>
        <p:spPr>
          <a:xfrm>
            <a:off x="2420944" y="3585093"/>
            <a:ext cx="1073515" cy="1099696"/>
          </a:xfrm>
          <a:prstGeom prst="accentBorderCallout2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Callout: Double Bent Line with Border and Accent Bar 18">
            <a:extLst>
              <a:ext uri="{FF2B5EF4-FFF2-40B4-BE49-F238E27FC236}">
                <a16:creationId xmlns:a16="http://schemas.microsoft.com/office/drawing/2014/main" id="{FE312DB5-1250-1549-9673-67AFC67F644B}"/>
              </a:ext>
            </a:extLst>
          </p:cNvPr>
          <p:cNvSpPr/>
          <p:nvPr/>
        </p:nvSpPr>
        <p:spPr>
          <a:xfrm>
            <a:off x="4084589" y="3544809"/>
            <a:ext cx="1236655" cy="1139980"/>
          </a:xfrm>
          <a:prstGeom prst="accentBorderCallout3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6945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Back or Previous 1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29A725EF-BC97-98A4-F839-8A75D9EB8036}"/>
              </a:ext>
            </a:extLst>
          </p:cNvPr>
          <p:cNvSpPr/>
          <p:nvPr/>
        </p:nvSpPr>
        <p:spPr>
          <a:xfrm>
            <a:off x="567975" y="491440"/>
            <a:ext cx="1003021" cy="922456"/>
          </a:xfrm>
          <a:prstGeom prst="actionButtonBackPrevious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ction Button: Go Forward or Next 2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EC763C9F-E34D-EAF6-9E66-9B8F7C1B94B2}"/>
              </a:ext>
            </a:extLst>
          </p:cNvPr>
          <p:cNvSpPr/>
          <p:nvPr/>
        </p:nvSpPr>
        <p:spPr>
          <a:xfrm>
            <a:off x="1905336" y="491440"/>
            <a:ext cx="1003021" cy="922456"/>
          </a:xfrm>
          <a:prstGeom prst="actionButtonForwardNext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Action Button: Go to Beginning 3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E29C88F0-2531-BA87-9C27-A3B1D48EBFD9}"/>
              </a:ext>
            </a:extLst>
          </p:cNvPr>
          <p:cNvSpPr/>
          <p:nvPr/>
        </p:nvSpPr>
        <p:spPr>
          <a:xfrm>
            <a:off x="3182273" y="455186"/>
            <a:ext cx="1003021" cy="922456"/>
          </a:xfrm>
          <a:prstGeom prst="actionButtonBeginning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Action Button: Go to End 4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18A68B96-DB2B-69D4-80C9-80B7A6F1CB30}"/>
              </a:ext>
            </a:extLst>
          </p:cNvPr>
          <p:cNvSpPr/>
          <p:nvPr/>
        </p:nvSpPr>
        <p:spPr>
          <a:xfrm>
            <a:off x="4459210" y="455186"/>
            <a:ext cx="1063444" cy="958710"/>
          </a:xfrm>
          <a:prstGeom prst="actionButtonEnd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Action Button: Go Home 5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C1484F87-F9FA-38DB-47B3-64175ACAC553}"/>
              </a:ext>
            </a:extLst>
          </p:cNvPr>
          <p:cNvSpPr/>
          <p:nvPr/>
        </p:nvSpPr>
        <p:spPr>
          <a:xfrm>
            <a:off x="5856994" y="422960"/>
            <a:ext cx="1003021" cy="1031218"/>
          </a:xfrm>
          <a:prstGeom prst="actionButtonHome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Action Button: Get Information 6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EB764534-68E6-4E49-946D-2726BD21B888}"/>
              </a:ext>
            </a:extLst>
          </p:cNvPr>
          <p:cNvSpPr/>
          <p:nvPr/>
        </p:nvSpPr>
        <p:spPr>
          <a:xfrm>
            <a:off x="7262833" y="439073"/>
            <a:ext cx="906344" cy="1015105"/>
          </a:xfrm>
          <a:prstGeom prst="actionButtonInformation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Action Button: Return 7">
            <a:hlinkClick r:id="" action="ppaction://hlinkshowjump?jump=lastslideviewed" highlightClick="1"/>
            <a:extLst>
              <a:ext uri="{FF2B5EF4-FFF2-40B4-BE49-F238E27FC236}">
                <a16:creationId xmlns:a16="http://schemas.microsoft.com/office/drawing/2014/main" id="{D6BD1EBD-079C-1EF5-DDA6-31F8989E7649}"/>
              </a:ext>
            </a:extLst>
          </p:cNvPr>
          <p:cNvSpPr/>
          <p:nvPr/>
        </p:nvSpPr>
        <p:spPr>
          <a:xfrm>
            <a:off x="8620335" y="422960"/>
            <a:ext cx="1003021" cy="1031218"/>
          </a:xfrm>
          <a:prstGeom prst="actionButtonReturn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Action Button: Video 8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B12436F6-914C-004D-56A3-E61FEB1E2D8F}"/>
              </a:ext>
            </a:extLst>
          </p:cNvPr>
          <p:cNvSpPr/>
          <p:nvPr/>
        </p:nvSpPr>
        <p:spPr>
          <a:xfrm>
            <a:off x="9929497" y="422960"/>
            <a:ext cx="966767" cy="1031218"/>
          </a:xfrm>
          <a:prstGeom prst="actionButtonMovie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Action Button: Document 9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1B4A91D2-1F6B-0E53-1BDC-7A6CC4E69349}"/>
              </a:ext>
            </a:extLst>
          </p:cNvPr>
          <p:cNvSpPr/>
          <p:nvPr/>
        </p:nvSpPr>
        <p:spPr>
          <a:xfrm>
            <a:off x="664652" y="2130915"/>
            <a:ext cx="946626" cy="1023161"/>
          </a:xfrm>
          <a:prstGeom prst="actionButtonDocument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Action Button: Sound 10">
            <a:hlinkClick r:id="" action="ppaction://noaction" highlightClick="1">
              <a:snd r:embed="rId2" name="applause.wav"/>
            </a:hlinkClick>
            <a:extLst>
              <a:ext uri="{FF2B5EF4-FFF2-40B4-BE49-F238E27FC236}">
                <a16:creationId xmlns:a16="http://schemas.microsoft.com/office/drawing/2014/main" id="{D8D36924-BF5A-BF44-8CA0-D1B15D5EBF0C}"/>
              </a:ext>
            </a:extLst>
          </p:cNvPr>
          <p:cNvSpPr/>
          <p:nvPr/>
        </p:nvSpPr>
        <p:spPr>
          <a:xfrm>
            <a:off x="1933533" y="2130915"/>
            <a:ext cx="1003021" cy="1023161"/>
          </a:xfrm>
          <a:prstGeom prst="actionButtonSound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Action Button: Help 1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2E1840EA-2475-1F75-6160-F0910E46FA6B}"/>
              </a:ext>
            </a:extLst>
          </p:cNvPr>
          <p:cNvSpPr/>
          <p:nvPr/>
        </p:nvSpPr>
        <p:spPr>
          <a:xfrm>
            <a:off x="3258809" y="2130915"/>
            <a:ext cx="926485" cy="1023161"/>
          </a:xfrm>
          <a:prstGeom prst="actionButtonHelp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Action Button: Blank 12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7B74097E-F239-3462-C9BA-4E3C103014E2}"/>
              </a:ext>
            </a:extLst>
          </p:cNvPr>
          <p:cNvSpPr/>
          <p:nvPr/>
        </p:nvSpPr>
        <p:spPr>
          <a:xfrm>
            <a:off x="4539774" y="2102717"/>
            <a:ext cx="1003021" cy="1051359"/>
          </a:xfrm>
          <a:prstGeom prst="actionButtonBlank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7606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us Sign 2">
            <a:extLst>
              <a:ext uri="{FF2B5EF4-FFF2-40B4-BE49-F238E27FC236}">
                <a16:creationId xmlns:a16="http://schemas.microsoft.com/office/drawing/2014/main" id="{8D257C77-5E9C-8B71-3622-E4B0218FC5B1}"/>
              </a:ext>
            </a:extLst>
          </p:cNvPr>
          <p:cNvSpPr/>
          <p:nvPr/>
        </p:nvSpPr>
        <p:spPr>
          <a:xfrm>
            <a:off x="304800" y="252045"/>
            <a:ext cx="2368578" cy="1474319"/>
          </a:xfrm>
          <a:prstGeom prst="chartPlus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Plus Sign 2">
            <a:extLst>
              <a:ext uri="{FF2B5EF4-FFF2-40B4-BE49-F238E27FC236}">
                <a16:creationId xmlns:a16="http://schemas.microsoft.com/office/drawing/2014/main" id="{8E652498-CB1F-0E5F-F704-3884716BF1D7}"/>
              </a:ext>
            </a:extLst>
          </p:cNvPr>
          <p:cNvSpPr/>
          <p:nvPr/>
        </p:nvSpPr>
        <p:spPr>
          <a:xfrm>
            <a:off x="3361593" y="252043"/>
            <a:ext cx="2368578" cy="1474319"/>
          </a:xfrm>
          <a:prstGeom prst="chartStar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Plus Sign 2">
            <a:extLst>
              <a:ext uri="{FF2B5EF4-FFF2-40B4-BE49-F238E27FC236}">
                <a16:creationId xmlns:a16="http://schemas.microsoft.com/office/drawing/2014/main" id="{94450A87-EF41-F313-EE6E-5AF8E9B445D7}"/>
              </a:ext>
            </a:extLst>
          </p:cNvPr>
          <p:cNvSpPr/>
          <p:nvPr/>
        </p:nvSpPr>
        <p:spPr>
          <a:xfrm>
            <a:off x="6418386" y="252043"/>
            <a:ext cx="2368578" cy="1474319"/>
          </a:xfrm>
          <a:prstGeom prst="chartX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3847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4306925-C8AA-06C9-EF59-A51F22D0E47C}"/>
              </a:ext>
            </a:extLst>
          </p:cNvPr>
          <p:cNvCxnSpPr/>
          <p:nvPr/>
        </p:nvCxnSpPr>
        <p:spPr>
          <a:xfrm>
            <a:off x="597877" y="457200"/>
            <a:ext cx="908538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86D7E06-7285-B878-769B-103DE6176D8D}"/>
              </a:ext>
            </a:extLst>
          </p:cNvPr>
          <p:cNvCxnSpPr/>
          <p:nvPr/>
        </p:nvCxnSpPr>
        <p:spPr>
          <a:xfrm>
            <a:off x="2239108" y="474785"/>
            <a:ext cx="287215" cy="9437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25D80A7-124D-0BB6-8F0D-4057E1BEB391}"/>
              </a:ext>
            </a:extLst>
          </p:cNvPr>
          <p:cNvCxnSpPr/>
          <p:nvPr/>
        </p:nvCxnSpPr>
        <p:spPr>
          <a:xfrm>
            <a:off x="3094892" y="556846"/>
            <a:ext cx="873370" cy="87336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FBAAFD82-77A9-5E81-ABC5-F4B56C4AA9F6}"/>
              </a:ext>
            </a:extLst>
          </p:cNvPr>
          <p:cNvCxnSpPr/>
          <p:nvPr/>
        </p:nvCxnSpPr>
        <p:spPr>
          <a:xfrm>
            <a:off x="4630615" y="527538"/>
            <a:ext cx="1635370" cy="1248508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91F9F557-FF70-78B0-F291-91347E4D2BB5}"/>
              </a:ext>
            </a:extLst>
          </p:cNvPr>
          <p:cNvCxnSpPr/>
          <p:nvPr/>
        </p:nvCxnSpPr>
        <p:spPr>
          <a:xfrm>
            <a:off x="7965831" y="348761"/>
            <a:ext cx="1436077" cy="1289538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1B5F4B34-E9C6-0ABB-BEAA-5C1673E33D01}"/>
              </a:ext>
            </a:extLst>
          </p:cNvPr>
          <p:cNvCxnSpPr/>
          <p:nvPr/>
        </p:nvCxnSpPr>
        <p:spPr>
          <a:xfrm rot="16200000" flipH="1">
            <a:off x="6421316" y="416168"/>
            <a:ext cx="1260231" cy="118403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2AE2766B-9214-C228-54A5-8A69021AEB61}"/>
              </a:ext>
            </a:extLst>
          </p:cNvPr>
          <p:cNvCxnSpPr/>
          <p:nvPr/>
        </p:nvCxnSpPr>
        <p:spPr>
          <a:xfrm>
            <a:off x="1008185" y="2567354"/>
            <a:ext cx="1518138" cy="1225061"/>
          </a:xfrm>
          <a:prstGeom prst="curved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A4790D4F-90C0-FCCA-B36E-151F9D25498C}"/>
              </a:ext>
            </a:extLst>
          </p:cNvPr>
          <p:cNvCxnSpPr/>
          <p:nvPr/>
        </p:nvCxnSpPr>
        <p:spPr>
          <a:xfrm rot="16200000" flipH="1">
            <a:off x="3091962" y="2640623"/>
            <a:ext cx="1541585" cy="126609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1EE8033C-4A96-D8BC-BDF8-708A3AFCF70F}"/>
              </a:ext>
            </a:extLst>
          </p:cNvPr>
          <p:cNvCxnSpPr>
            <a:cxnSpLocks/>
          </p:cNvCxnSpPr>
          <p:nvPr/>
        </p:nvCxnSpPr>
        <p:spPr>
          <a:xfrm>
            <a:off x="5087815" y="2567353"/>
            <a:ext cx="1887419" cy="1354019"/>
          </a:xfrm>
          <a:prstGeom prst="curved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EB28E45C-DD50-BA00-0F6C-1B849D91BEFD}"/>
              </a:ext>
            </a:extLst>
          </p:cNvPr>
          <p:cNvSpPr/>
          <p:nvPr/>
        </p:nvSpPr>
        <p:spPr>
          <a:xfrm>
            <a:off x="7766538" y="2547452"/>
            <a:ext cx="2438400" cy="1204882"/>
          </a:xfrm>
          <a:custGeom>
            <a:avLst/>
            <a:gdLst>
              <a:gd name="connsiteX0" fmla="*/ 0 w 2438400"/>
              <a:gd name="connsiteY0" fmla="*/ 101963 h 1204882"/>
              <a:gd name="connsiteX1" fmla="*/ 609600 w 2438400"/>
              <a:gd name="connsiteY1" fmla="*/ 1110148 h 1204882"/>
              <a:gd name="connsiteX2" fmla="*/ 1899139 w 2438400"/>
              <a:gd name="connsiteY2" fmla="*/ 1063256 h 1204882"/>
              <a:gd name="connsiteX3" fmla="*/ 1793631 w 2438400"/>
              <a:gd name="connsiteY3" fmla="*/ 236779 h 1204882"/>
              <a:gd name="connsiteX4" fmla="*/ 2321170 w 2438400"/>
              <a:gd name="connsiteY4" fmla="*/ 14040 h 1204882"/>
              <a:gd name="connsiteX5" fmla="*/ 2438400 w 2438400"/>
              <a:gd name="connsiteY5" fmla="*/ 553302 h 1204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38400" h="1204882">
                <a:moveTo>
                  <a:pt x="0" y="101963"/>
                </a:moveTo>
                <a:cubicBezTo>
                  <a:pt x="146538" y="525948"/>
                  <a:pt x="293077" y="949933"/>
                  <a:pt x="609600" y="1110148"/>
                </a:cubicBezTo>
                <a:cubicBezTo>
                  <a:pt x="926123" y="1270364"/>
                  <a:pt x="1701801" y="1208817"/>
                  <a:pt x="1899139" y="1063256"/>
                </a:cubicBezTo>
                <a:cubicBezTo>
                  <a:pt x="2096477" y="917695"/>
                  <a:pt x="1723293" y="411648"/>
                  <a:pt x="1793631" y="236779"/>
                </a:cubicBezTo>
                <a:cubicBezTo>
                  <a:pt x="1863969" y="61910"/>
                  <a:pt x="2213709" y="-38714"/>
                  <a:pt x="2321170" y="14040"/>
                </a:cubicBezTo>
                <a:cubicBezTo>
                  <a:pt x="2428631" y="66794"/>
                  <a:pt x="2433515" y="310048"/>
                  <a:pt x="2438400" y="55330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7FBA72F9-A15B-8224-C25E-D9BADB50A379}"/>
              </a:ext>
            </a:extLst>
          </p:cNvPr>
          <p:cNvSpPr/>
          <p:nvPr/>
        </p:nvSpPr>
        <p:spPr>
          <a:xfrm>
            <a:off x="310662" y="3985846"/>
            <a:ext cx="2754923" cy="2151185"/>
          </a:xfrm>
          <a:custGeom>
            <a:avLst/>
            <a:gdLst>
              <a:gd name="connsiteX0" fmla="*/ 615461 w 2754923"/>
              <a:gd name="connsiteY0" fmla="*/ 662354 h 2151185"/>
              <a:gd name="connsiteX1" fmla="*/ 1512276 w 2754923"/>
              <a:gd name="connsiteY1" fmla="*/ 2151185 h 2151185"/>
              <a:gd name="connsiteX2" fmla="*/ 2754923 w 2754923"/>
              <a:gd name="connsiteY2" fmla="*/ 1512277 h 2151185"/>
              <a:gd name="connsiteX3" fmla="*/ 2139461 w 2754923"/>
              <a:gd name="connsiteY3" fmla="*/ 480646 h 2151185"/>
              <a:gd name="connsiteX4" fmla="*/ 1606061 w 2754923"/>
              <a:gd name="connsiteY4" fmla="*/ 316523 h 2151185"/>
              <a:gd name="connsiteX5" fmla="*/ 978876 w 2754923"/>
              <a:gd name="connsiteY5" fmla="*/ 0 h 2151185"/>
              <a:gd name="connsiteX6" fmla="*/ 679938 w 2754923"/>
              <a:gd name="connsiteY6" fmla="*/ 281354 h 2151185"/>
              <a:gd name="connsiteX7" fmla="*/ 228600 w 2754923"/>
              <a:gd name="connsiteY7" fmla="*/ 193431 h 2151185"/>
              <a:gd name="connsiteX8" fmla="*/ 0 w 2754923"/>
              <a:gd name="connsiteY8" fmla="*/ 920262 h 2151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54923" h="2151185">
                <a:moveTo>
                  <a:pt x="615461" y="662354"/>
                </a:moveTo>
                <a:lnTo>
                  <a:pt x="1512276" y="2151185"/>
                </a:lnTo>
                <a:lnTo>
                  <a:pt x="2754923" y="1512277"/>
                </a:lnTo>
                <a:lnTo>
                  <a:pt x="2139461" y="480646"/>
                </a:lnTo>
                <a:lnTo>
                  <a:pt x="1606061" y="316523"/>
                </a:lnTo>
                <a:lnTo>
                  <a:pt x="978876" y="0"/>
                </a:lnTo>
                <a:lnTo>
                  <a:pt x="679938" y="281354"/>
                </a:lnTo>
                <a:lnTo>
                  <a:pt x="228600" y="193431"/>
                </a:lnTo>
                <a:lnTo>
                  <a:pt x="0" y="920262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4B23ADB-E7CB-D72B-4554-8E1D1B870BF5}"/>
              </a:ext>
            </a:extLst>
          </p:cNvPr>
          <p:cNvSpPr/>
          <p:nvPr/>
        </p:nvSpPr>
        <p:spPr>
          <a:xfrm>
            <a:off x="10711646" y="2517919"/>
            <a:ext cx="959552" cy="997982"/>
          </a:xfrm>
          <a:custGeom>
            <a:avLst/>
            <a:gdLst>
              <a:gd name="connsiteX0" fmla="*/ 67723 w 959552"/>
              <a:gd name="connsiteY0" fmla="*/ 2543 h 997982"/>
              <a:gd name="connsiteX1" fmla="*/ 806277 w 959552"/>
              <a:gd name="connsiteY1" fmla="*/ 166666 h 997982"/>
              <a:gd name="connsiteX2" fmla="*/ 941092 w 959552"/>
              <a:gd name="connsiteY2" fmla="*/ 787989 h 997982"/>
              <a:gd name="connsiteX3" fmla="*/ 536646 w 959552"/>
              <a:gd name="connsiteY3" fmla="*/ 987281 h 997982"/>
              <a:gd name="connsiteX4" fmla="*/ 32554 w 959552"/>
              <a:gd name="connsiteY4" fmla="*/ 512496 h 997982"/>
              <a:gd name="connsiteX5" fmla="*/ 366662 w 959552"/>
              <a:gd name="connsiteY5" fmla="*/ 424573 h 997982"/>
              <a:gd name="connsiteX6" fmla="*/ 261154 w 959552"/>
              <a:gd name="connsiteY6" fmla="*/ 248727 h 997982"/>
              <a:gd name="connsiteX7" fmla="*/ 56000 w 959552"/>
              <a:gd name="connsiteY7" fmla="*/ 254589 h 997982"/>
              <a:gd name="connsiteX8" fmla="*/ 67723 w 959552"/>
              <a:gd name="connsiteY8" fmla="*/ 2543 h 997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59552" h="997982">
                <a:moveTo>
                  <a:pt x="67723" y="2543"/>
                </a:moveTo>
                <a:cubicBezTo>
                  <a:pt x="192769" y="-12111"/>
                  <a:pt x="660716" y="35758"/>
                  <a:pt x="806277" y="166666"/>
                </a:cubicBezTo>
                <a:cubicBezTo>
                  <a:pt x="951838" y="297574"/>
                  <a:pt x="986031" y="651220"/>
                  <a:pt x="941092" y="787989"/>
                </a:cubicBezTo>
                <a:cubicBezTo>
                  <a:pt x="896154" y="924758"/>
                  <a:pt x="688069" y="1033197"/>
                  <a:pt x="536646" y="987281"/>
                </a:cubicBezTo>
                <a:cubicBezTo>
                  <a:pt x="385223" y="941366"/>
                  <a:pt x="60885" y="606281"/>
                  <a:pt x="32554" y="512496"/>
                </a:cubicBezTo>
                <a:cubicBezTo>
                  <a:pt x="4223" y="418711"/>
                  <a:pt x="328562" y="468535"/>
                  <a:pt x="366662" y="424573"/>
                </a:cubicBezTo>
                <a:cubicBezTo>
                  <a:pt x="404762" y="380612"/>
                  <a:pt x="312931" y="277058"/>
                  <a:pt x="261154" y="248727"/>
                </a:cubicBezTo>
                <a:cubicBezTo>
                  <a:pt x="209377" y="220396"/>
                  <a:pt x="89215" y="291712"/>
                  <a:pt x="56000" y="254589"/>
                </a:cubicBezTo>
                <a:cubicBezTo>
                  <a:pt x="22785" y="217466"/>
                  <a:pt x="-57323" y="17197"/>
                  <a:pt x="67723" y="2543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E6C3EBB9-2E29-8946-1503-32109C21C1B3}"/>
              </a:ext>
            </a:extLst>
          </p:cNvPr>
          <p:cNvSpPr/>
          <p:nvPr/>
        </p:nvSpPr>
        <p:spPr>
          <a:xfrm>
            <a:off x="3487615" y="4683369"/>
            <a:ext cx="1717431" cy="1307123"/>
          </a:xfrm>
          <a:custGeom>
            <a:avLst/>
            <a:gdLst>
              <a:gd name="connsiteX0" fmla="*/ 439616 w 1717431"/>
              <a:gd name="connsiteY0" fmla="*/ 0 h 1307123"/>
              <a:gd name="connsiteX1" fmla="*/ 1307123 w 1717431"/>
              <a:gd name="connsiteY1" fmla="*/ 123093 h 1307123"/>
              <a:gd name="connsiteX2" fmla="*/ 1049216 w 1717431"/>
              <a:gd name="connsiteY2" fmla="*/ 838200 h 1307123"/>
              <a:gd name="connsiteX3" fmla="*/ 1717431 w 1717431"/>
              <a:gd name="connsiteY3" fmla="*/ 1072662 h 1307123"/>
              <a:gd name="connsiteX4" fmla="*/ 1055077 w 1717431"/>
              <a:gd name="connsiteY4" fmla="*/ 1307123 h 1307123"/>
              <a:gd name="connsiteX5" fmla="*/ 0 w 1717431"/>
              <a:gd name="connsiteY5" fmla="*/ 1078523 h 1307123"/>
              <a:gd name="connsiteX6" fmla="*/ 685800 w 1717431"/>
              <a:gd name="connsiteY6" fmla="*/ 597877 h 1307123"/>
              <a:gd name="connsiteX7" fmla="*/ 205154 w 1717431"/>
              <a:gd name="connsiteY7" fmla="*/ 398585 h 1307123"/>
              <a:gd name="connsiteX8" fmla="*/ 550985 w 1717431"/>
              <a:gd name="connsiteY8" fmla="*/ 269631 h 1307123"/>
              <a:gd name="connsiteX9" fmla="*/ 439616 w 1717431"/>
              <a:gd name="connsiteY9" fmla="*/ 0 h 130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17431" h="1307123">
                <a:moveTo>
                  <a:pt x="439616" y="0"/>
                </a:moveTo>
                <a:lnTo>
                  <a:pt x="1307123" y="123093"/>
                </a:lnTo>
                <a:lnTo>
                  <a:pt x="1049216" y="838200"/>
                </a:lnTo>
                <a:lnTo>
                  <a:pt x="1717431" y="1072662"/>
                </a:lnTo>
                <a:lnTo>
                  <a:pt x="1055077" y="1307123"/>
                </a:lnTo>
                <a:lnTo>
                  <a:pt x="0" y="1078523"/>
                </a:lnTo>
                <a:lnTo>
                  <a:pt x="685800" y="597877"/>
                </a:lnTo>
                <a:lnTo>
                  <a:pt x="205154" y="398585"/>
                </a:lnTo>
                <a:lnTo>
                  <a:pt x="550985" y="269631"/>
                </a:lnTo>
                <a:lnTo>
                  <a:pt x="439616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C4ED3577-7496-D0D3-C15E-A66F37E13FFE}"/>
              </a:ext>
            </a:extLst>
          </p:cNvPr>
          <p:cNvSpPr/>
          <p:nvPr/>
        </p:nvSpPr>
        <p:spPr>
          <a:xfrm>
            <a:off x="5937739" y="4454769"/>
            <a:ext cx="2549769" cy="1588477"/>
          </a:xfrm>
          <a:custGeom>
            <a:avLst/>
            <a:gdLst>
              <a:gd name="connsiteX0" fmla="*/ 480646 w 2549769"/>
              <a:gd name="connsiteY0" fmla="*/ 480646 h 1588477"/>
              <a:gd name="connsiteX1" fmla="*/ 451338 w 2549769"/>
              <a:gd name="connsiteY1" fmla="*/ 486507 h 1588477"/>
              <a:gd name="connsiteX2" fmla="*/ 392723 w 2549769"/>
              <a:gd name="connsiteY2" fmla="*/ 509953 h 1588477"/>
              <a:gd name="connsiteX3" fmla="*/ 287215 w 2549769"/>
              <a:gd name="connsiteY3" fmla="*/ 527538 h 1588477"/>
              <a:gd name="connsiteX4" fmla="*/ 152400 w 2549769"/>
              <a:gd name="connsiteY4" fmla="*/ 574430 h 1588477"/>
              <a:gd name="connsiteX5" fmla="*/ 70338 w 2549769"/>
              <a:gd name="connsiteY5" fmla="*/ 633046 h 1588477"/>
              <a:gd name="connsiteX6" fmla="*/ 0 w 2549769"/>
              <a:gd name="connsiteY6" fmla="*/ 826477 h 1588477"/>
              <a:gd name="connsiteX7" fmla="*/ 17584 w 2549769"/>
              <a:gd name="connsiteY7" fmla="*/ 1037492 h 1588477"/>
              <a:gd name="connsiteX8" fmla="*/ 29307 w 2549769"/>
              <a:gd name="connsiteY8" fmla="*/ 1119553 h 1588477"/>
              <a:gd name="connsiteX9" fmla="*/ 76200 w 2549769"/>
              <a:gd name="connsiteY9" fmla="*/ 1201615 h 1588477"/>
              <a:gd name="connsiteX10" fmla="*/ 175846 w 2549769"/>
              <a:gd name="connsiteY10" fmla="*/ 1324707 h 1588477"/>
              <a:gd name="connsiteX11" fmla="*/ 339969 w 2549769"/>
              <a:gd name="connsiteY11" fmla="*/ 1430215 h 1588477"/>
              <a:gd name="connsiteX12" fmla="*/ 451338 w 2549769"/>
              <a:gd name="connsiteY12" fmla="*/ 1453661 h 1588477"/>
              <a:gd name="connsiteX13" fmla="*/ 750277 w 2549769"/>
              <a:gd name="connsiteY13" fmla="*/ 1524000 h 1588477"/>
              <a:gd name="connsiteX14" fmla="*/ 1184030 w 2549769"/>
              <a:gd name="connsiteY14" fmla="*/ 1588477 h 1588477"/>
              <a:gd name="connsiteX15" fmla="*/ 1336430 w 2549769"/>
              <a:gd name="connsiteY15" fmla="*/ 1559169 h 1588477"/>
              <a:gd name="connsiteX16" fmla="*/ 1459523 w 2549769"/>
              <a:gd name="connsiteY16" fmla="*/ 1400907 h 1588477"/>
              <a:gd name="connsiteX17" fmla="*/ 1494692 w 2549769"/>
              <a:gd name="connsiteY17" fmla="*/ 1248507 h 1588477"/>
              <a:gd name="connsiteX18" fmla="*/ 1500553 w 2549769"/>
              <a:gd name="connsiteY18" fmla="*/ 1078523 h 1588477"/>
              <a:gd name="connsiteX19" fmla="*/ 1395046 w 2549769"/>
              <a:gd name="connsiteY19" fmla="*/ 1008184 h 1588477"/>
              <a:gd name="connsiteX20" fmla="*/ 1090246 w 2549769"/>
              <a:gd name="connsiteY20" fmla="*/ 967153 h 1588477"/>
              <a:gd name="connsiteX21" fmla="*/ 1055077 w 2549769"/>
              <a:gd name="connsiteY21" fmla="*/ 978877 h 1588477"/>
              <a:gd name="connsiteX22" fmla="*/ 1025769 w 2549769"/>
              <a:gd name="connsiteY22" fmla="*/ 1002323 h 1588477"/>
              <a:gd name="connsiteX23" fmla="*/ 973015 w 2549769"/>
              <a:gd name="connsiteY23" fmla="*/ 1049215 h 1588477"/>
              <a:gd name="connsiteX24" fmla="*/ 832338 w 2549769"/>
              <a:gd name="connsiteY24" fmla="*/ 1107830 h 1588477"/>
              <a:gd name="connsiteX25" fmla="*/ 762000 w 2549769"/>
              <a:gd name="connsiteY25" fmla="*/ 1113692 h 1588477"/>
              <a:gd name="connsiteX26" fmla="*/ 703384 w 2549769"/>
              <a:gd name="connsiteY26" fmla="*/ 1101969 h 1588477"/>
              <a:gd name="connsiteX27" fmla="*/ 697523 w 2549769"/>
              <a:gd name="connsiteY27" fmla="*/ 1060938 h 1588477"/>
              <a:gd name="connsiteX28" fmla="*/ 720969 w 2549769"/>
              <a:gd name="connsiteY28" fmla="*/ 855784 h 1588477"/>
              <a:gd name="connsiteX29" fmla="*/ 803030 w 2549769"/>
              <a:gd name="connsiteY29" fmla="*/ 785446 h 1588477"/>
              <a:gd name="connsiteX30" fmla="*/ 1049215 w 2549769"/>
              <a:gd name="connsiteY30" fmla="*/ 650630 h 1588477"/>
              <a:gd name="connsiteX31" fmla="*/ 1500553 w 2549769"/>
              <a:gd name="connsiteY31" fmla="*/ 603738 h 1588477"/>
              <a:gd name="connsiteX32" fmla="*/ 1494692 w 2549769"/>
              <a:gd name="connsiteY32" fmla="*/ 398584 h 1588477"/>
              <a:gd name="connsiteX33" fmla="*/ 1354015 w 2549769"/>
              <a:gd name="connsiteY33" fmla="*/ 345830 h 1588477"/>
              <a:gd name="connsiteX34" fmla="*/ 990600 w 2549769"/>
              <a:gd name="connsiteY34" fmla="*/ 275492 h 1588477"/>
              <a:gd name="connsiteX35" fmla="*/ 949569 w 2549769"/>
              <a:gd name="connsiteY35" fmla="*/ 293077 h 1588477"/>
              <a:gd name="connsiteX36" fmla="*/ 879230 w 2549769"/>
              <a:gd name="connsiteY36" fmla="*/ 580292 h 1588477"/>
              <a:gd name="connsiteX37" fmla="*/ 1242646 w 2549769"/>
              <a:gd name="connsiteY37" fmla="*/ 855784 h 1588477"/>
              <a:gd name="connsiteX38" fmla="*/ 1541584 w 2549769"/>
              <a:gd name="connsiteY38" fmla="*/ 973015 h 1588477"/>
              <a:gd name="connsiteX39" fmla="*/ 1752600 w 2549769"/>
              <a:gd name="connsiteY39" fmla="*/ 984738 h 1588477"/>
              <a:gd name="connsiteX40" fmla="*/ 2121877 w 2549769"/>
              <a:gd name="connsiteY40" fmla="*/ 1031630 h 1588477"/>
              <a:gd name="connsiteX41" fmla="*/ 2309446 w 2549769"/>
              <a:gd name="connsiteY41" fmla="*/ 1060938 h 1588477"/>
              <a:gd name="connsiteX42" fmla="*/ 2526323 w 2549769"/>
              <a:gd name="connsiteY42" fmla="*/ 709246 h 1588477"/>
              <a:gd name="connsiteX43" fmla="*/ 2549769 w 2549769"/>
              <a:gd name="connsiteY43" fmla="*/ 515815 h 1588477"/>
              <a:gd name="connsiteX44" fmla="*/ 2502877 w 2549769"/>
              <a:gd name="connsiteY44" fmla="*/ 404446 h 1588477"/>
              <a:gd name="connsiteX45" fmla="*/ 2274277 w 2549769"/>
              <a:gd name="connsiteY45" fmla="*/ 252046 h 1588477"/>
              <a:gd name="connsiteX46" fmla="*/ 2010507 w 2549769"/>
              <a:gd name="connsiteY46" fmla="*/ 158261 h 1588477"/>
              <a:gd name="connsiteX47" fmla="*/ 1729153 w 2549769"/>
              <a:gd name="connsiteY47" fmla="*/ 82061 h 1588477"/>
              <a:gd name="connsiteX48" fmla="*/ 1078523 w 2549769"/>
              <a:gd name="connsiteY48" fmla="*/ 35169 h 1588477"/>
              <a:gd name="connsiteX49" fmla="*/ 750277 w 2549769"/>
              <a:gd name="connsiteY49" fmla="*/ 5861 h 1588477"/>
              <a:gd name="connsiteX50" fmla="*/ 609600 w 2549769"/>
              <a:gd name="connsiteY50" fmla="*/ 0 h 1588477"/>
              <a:gd name="connsiteX51" fmla="*/ 386861 w 2549769"/>
              <a:gd name="connsiteY51" fmla="*/ 29307 h 1588477"/>
              <a:gd name="connsiteX52" fmla="*/ 339969 w 2549769"/>
              <a:gd name="connsiteY52" fmla="*/ 99646 h 1588477"/>
              <a:gd name="connsiteX53" fmla="*/ 310661 w 2549769"/>
              <a:gd name="connsiteY53" fmla="*/ 164123 h 1588477"/>
              <a:gd name="connsiteX54" fmla="*/ 246184 w 2549769"/>
              <a:gd name="connsiteY54" fmla="*/ 252046 h 1588477"/>
              <a:gd name="connsiteX55" fmla="*/ 234461 w 2549769"/>
              <a:gd name="connsiteY55" fmla="*/ 709246 h 1588477"/>
              <a:gd name="connsiteX56" fmla="*/ 298938 w 2549769"/>
              <a:gd name="connsiteY56" fmla="*/ 973015 h 1588477"/>
              <a:gd name="connsiteX57" fmla="*/ 322384 w 2549769"/>
              <a:gd name="connsiteY57" fmla="*/ 1008184 h 1588477"/>
              <a:gd name="connsiteX58" fmla="*/ 492369 w 2549769"/>
              <a:gd name="connsiteY58" fmla="*/ 838200 h 1588477"/>
              <a:gd name="connsiteX59" fmla="*/ 498230 w 2549769"/>
              <a:gd name="connsiteY59" fmla="*/ 527538 h 1588477"/>
              <a:gd name="connsiteX60" fmla="*/ 480646 w 2549769"/>
              <a:gd name="connsiteY60" fmla="*/ 480646 h 1588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2549769" h="1588477">
                <a:moveTo>
                  <a:pt x="480646" y="480646"/>
                </a:moveTo>
                <a:cubicBezTo>
                  <a:pt x="472831" y="473808"/>
                  <a:pt x="460790" y="483357"/>
                  <a:pt x="451338" y="486507"/>
                </a:cubicBezTo>
                <a:cubicBezTo>
                  <a:pt x="431374" y="493161"/>
                  <a:pt x="413138" y="504849"/>
                  <a:pt x="392723" y="509953"/>
                </a:cubicBezTo>
                <a:cubicBezTo>
                  <a:pt x="358133" y="518601"/>
                  <a:pt x="322384" y="521676"/>
                  <a:pt x="287215" y="527538"/>
                </a:cubicBezTo>
                <a:cubicBezTo>
                  <a:pt x="242277" y="543169"/>
                  <a:pt x="195185" y="553616"/>
                  <a:pt x="152400" y="574430"/>
                </a:cubicBezTo>
                <a:cubicBezTo>
                  <a:pt x="122172" y="589136"/>
                  <a:pt x="91460" y="606895"/>
                  <a:pt x="70338" y="633046"/>
                </a:cubicBezTo>
                <a:cubicBezTo>
                  <a:pt x="42035" y="668087"/>
                  <a:pt x="11939" y="785882"/>
                  <a:pt x="0" y="826477"/>
                </a:cubicBezTo>
                <a:cubicBezTo>
                  <a:pt x="5861" y="896815"/>
                  <a:pt x="10561" y="967260"/>
                  <a:pt x="17584" y="1037492"/>
                </a:cubicBezTo>
                <a:cubicBezTo>
                  <a:pt x="20333" y="1064986"/>
                  <a:pt x="20013" y="1093531"/>
                  <a:pt x="29307" y="1119553"/>
                </a:cubicBezTo>
                <a:cubicBezTo>
                  <a:pt x="39903" y="1149223"/>
                  <a:pt x="59502" y="1174899"/>
                  <a:pt x="76200" y="1201615"/>
                </a:cubicBezTo>
                <a:cubicBezTo>
                  <a:pt x="97397" y="1235529"/>
                  <a:pt x="145628" y="1301646"/>
                  <a:pt x="175846" y="1324707"/>
                </a:cubicBezTo>
                <a:cubicBezTo>
                  <a:pt x="227547" y="1364163"/>
                  <a:pt x="276327" y="1416817"/>
                  <a:pt x="339969" y="1430215"/>
                </a:cubicBezTo>
                <a:lnTo>
                  <a:pt x="451338" y="1453661"/>
                </a:lnTo>
                <a:cubicBezTo>
                  <a:pt x="551132" y="1476471"/>
                  <a:pt x="650025" y="1503296"/>
                  <a:pt x="750277" y="1524000"/>
                </a:cubicBezTo>
                <a:cubicBezTo>
                  <a:pt x="926923" y="1560481"/>
                  <a:pt x="1011982" y="1567622"/>
                  <a:pt x="1184030" y="1588477"/>
                </a:cubicBezTo>
                <a:cubicBezTo>
                  <a:pt x="1234830" y="1578708"/>
                  <a:pt x="1290399" y="1582775"/>
                  <a:pt x="1336430" y="1559169"/>
                </a:cubicBezTo>
                <a:cubicBezTo>
                  <a:pt x="1369620" y="1542148"/>
                  <a:pt x="1435777" y="1436526"/>
                  <a:pt x="1459523" y="1400907"/>
                </a:cubicBezTo>
                <a:cubicBezTo>
                  <a:pt x="1471246" y="1350107"/>
                  <a:pt x="1488110" y="1300225"/>
                  <a:pt x="1494692" y="1248507"/>
                </a:cubicBezTo>
                <a:cubicBezTo>
                  <a:pt x="1501850" y="1192266"/>
                  <a:pt x="1508963" y="1134591"/>
                  <a:pt x="1500553" y="1078523"/>
                </a:cubicBezTo>
                <a:cubicBezTo>
                  <a:pt x="1488463" y="997920"/>
                  <a:pt x="1450562" y="1014590"/>
                  <a:pt x="1395046" y="1008184"/>
                </a:cubicBezTo>
                <a:cubicBezTo>
                  <a:pt x="1158923" y="980939"/>
                  <a:pt x="1227116" y="992040"/>
                  <a:pt x="1090246" y="967153"/>
                </a:cubicBezTo>
                <a:cubicBezTo>
                  <a:pt x="1078523" y="971061"/>
                  <a:pt x="1065925" y="972960"/>
                  <a:pt x="1055077" y="978877"/>
                </a:cubicBezTo>
                <a:cubicBezTo>
                  <a:pt x="1044094" y="984868"/>
                  <a:pt x="1035268" y="994181"/>
                  <a:pt x="1025769" y="1002323"/>
                </a:cubicBezTo>
                <a:cubicBezTo>
                  <a:pt x="1007906" y="1017634"/>
                  <a:pt x="992432" y="1035929"/>
                  <a:pt x="973015" y="1049215"/>
                </a:cubicBezTo>
                <a:cubicBezTo>
                  <a:pt x="944296" y="1068865"/>
                  <a:pt x="860676" y="1101290"/>
                  <a:pt x="832338" y="1107830"/>
                </a:cubicBezTo>
                <a:cubicBezTo>
                  <a:pt x="809413" y="1113120"/>
                  <a:pt x="785446" y="1111738"/>
                  <a:pt x="762000" y="1113692"/>
                </a:cubicBezTo>
                <a:cubicBezTo>
                  <a:pt x="742461" y="1109784"/>
                  <a:pt x="718806" y="1114587"/>
                  <a:pt x="703384" y="1101969"/>
                </a:cubicBezTo>
                <a:cubicBezTo>
                  <a:pt x="692691" y="1093220"/>
                  <a:pt x="696539" y="1074719"/>
                  <a:pt x="697523" y="1060938"/>
                </a:cubicBezTo>
                <a:cubicBezTo>
                  <a:pt x="702427" y="992283"/>
                  <a:pt x="696352" y="920061"/>
                  <a:pt x="720969" y="855784"/>
                </a:cubicBezTo>
                <a:cubicBezTo>
                  <a:pt x="733854" y="822140"/>
                  <a:pt x="773776" y="806473"/>
                  <a:pt x="803030" y="785446"/>
                </a:cubicBezTo>
                <a:cubicBezTo>
                  <a:pt x="841272" y="757959"/>
                  <a:pt x="1014138" y="657576"/>
                  <a:pt x="1049215" y="650630"/>
                </a:cubicBezTo>
                <a:cubicBezTo>
                  <a:pt x="1197590" y="621249"/>
                  <a:pt x="1500553" y="603738"/>
                  <a:pt x="1500553" y="603738"/>
                </a:cubicBezTo>
                <a:cubicBezTo>
                  <a:pt x="1547648" y="527210"/>
                  <a:pt x="1596328" y="494060"/>
                  <a:pt x="1494692" y="398584"/>
                </a:cubicBezTo>
                <a:cubicBezTo>
                  <a:pt x="1458191" y="364295"/>
                  <a:pt x="1402667" y="357710"/>
                  <a:pt x="1354015" y="345830"/>
                </a:cubicBezTo>
                <a:cubicBezTo>
                  <a:pt x="1234150" y="316561"/>
                  <a:pt x="990600" y="275492"/>
                  <a:pt x="990600" y="275492"/>
                </a:cubicBezTo>
                <a:cubicBezTo>
                  <a:pt x="976923" y="281354"/>
                  <a:pt x="957936" y="280772"/>
                  <a:pt x="949569" y="293077"/>
                </a:cubicBezTo>
                <a:cubicBezTo>
                  <a:pt x="873944" y="404288"/>
                  <a:pt x="888972" y="448771"/>
                  <a:pt x="879230" y="580292"/>
                </a:cubicBezTo>
                <a:cubicBezTo>
                  <a:pt x="1000868" y="767427"/>
                  <a:pt x="947763" y="726035"/>
                  <a:pt x="1242646" y="855784"/>
                </a:cubicBezTo>
                <a:cubicBezTo>
                  <a:pt x="1309002" y="884981"/>
                  <a:pt x="1469093" y="960154"/>
                  <a:pt x="1541584" y="973015"/>
                </a:cubicBezTo>
                <a:cubicBezTo>
                  <a:pt x="1610948" y="985321"/>
                  <a:pt x="1682348" y="979495"/>
                  <a:pt x="1752600" y="984738"/>
                </a:cubicBezTo>
                <a:cubicBezTo>
                  <a:pt x="1957066" y="999997"/>
                  <a:pt x="1916020" y="1001687"/>
                  <a:pt x="2121877" y="1031630"/>
                </a:cubicBezTo>
                <a:cubicBezTo>
                  <a:pt x="2304418" y="1058181"/>
                  <a:pt x="2200582" y="1036746"/>
                  <a:pt x="2309446" y="1060938"/>
                </a:cubicBezTo>
                <a:cubicBezTo>
                  <a:pt x="2427665" y="928811"/>
                  <a:pt x="2460360" y="912631"/>
                  <a:pt x="2526323" y="709246"/>
                </a:cubicBezTo>
                <a:cubicBezTo>
                  <a:pt x="2546360" y="647465"/>
                  <a:pt x="2541954" y="580292"/>
                  <a:pt x="2549769" y="515815"/>
                </a:cubicBezTo>
                <a:cubicBezTo>
                  <a:pt x="2534138" y="478692"/>
                  <a:pt x="2525446" y="437809"/>
                  <a:pt x="2502877" y="404446"/>
                </a:cubicBezTo>
                <a:cubicBezTo>
                  <a:pt x="2442052" y="314532"/>
                  <a:pt x="2373512" y="290877"/>
                  <a:pt x="2274277" y="252046"/>
                </a:cubicBezTo>
                <a:cubicBezTo>
                  <a:pt x="2187378" y="218042"/>
                  <a:pt x="2099592" y="186040"/>
                  <a:pt x="2010507" y="158261"/>
                </a:cubicBezTo>
                <a:cubicBezTo>
                  <a:pt x="1917749" y="129336"/>
                  <a:pt x="1824388" y="101322"/>
                  <a:pt x="1729153" y="82061"/>
                </a:cubicBezTo>
                <a:cubicBezTo>
                  <a:pt x="1542462" y="44303"/>
                  <a:pt x="1247972" y="42431"/>
                  <a:pt x="1078523" y="35169"/>
                </a:cubicBezTo>
                <a:cubicBezTo>
                  <a:pt x="955256" y="22842"/>
                  <a:pt x="872086" y="13169"/>
                  <a:pt x="750277" y="5861"/>
                </a:cubicBezTo>
                <a:cubicBezTo>
                  <a:pt x="703428" y="3050"/>
                  <a:pt x="656492" y="1954"/>
                  <a:pt x="609600" y="0"/>
                </a:cubicBezTo>
                <a:cubicBezTo>
                  <a:pt x="535354" y="9769"/>
                  <a:pt x="457104" y="3348"/>
                  <a:pt x="386861" y="29307"/>
                </a:cubicBezTo>
                <a:cubicBezTo>
                  <a:pt x="360429" y="39075"/>
                  <a:pt x="353835" y="75115"/>
                  <a:pt x="339969" y="99646"/>
                </a:cubicBezTo>
                <a:cubicBezTo>
                  <a:pt x="328352" y="120199"/>
                  <a:pt x="321707" y="143258"/>
                  <a:pt x="310661" y="164123"/>
                </a:cubicBezTo>
                <a:cubicBezTo>
                  <a:pt x="297941" y="188149"/>
                  <a:pt x="259367" y="235097"/>
                  <a:pt x="246184" y="252046"/>
                </a:cubicBezTo>
                <a:cubicBezTo>
                  <a:pt x="208508" y="440430"/>
                  <a:pt x="211440" y="393518"/>
                  <a:pt x="234461" y="709246"/>
                </a:cubicBezTo>
                <a:cubicBezTo>
                  <a:pt x="241524" y="806111"/>
                  <a:pt x="257079" y="889297"/>
                  <a:pt x="298938" y="973015"/>
                </a:cubicBezTo>
                <a:cubicBezTo>
                  <a:pt x="305239" y="985617"/>
                  <a:pt x="314569" y="996461"/>
                  <a:pt x="322384" y="1008184"/>
                </a:cubicBezTo>
                <a:cubicBezTo>
                  <a:pt x="489360" y="894641"/>
                  <a:pt x="450244" y="964576"/>
                  <a:pt x="492369" y="838200"/>
                </a:cubicBezTo>
                <a:cubicBezTo>
                  <a:pt x="510685" y="700831"/>
                  <a:pt x="512967" y="719109"/>
                  <a:pt x="498230" y="527538"/>
                </a:cubicBezTo>
                <a:cubicBezTo>
                  <a:pt x="497895" y="523182"/>
                  <a:pt x="488461" y="487484"/>
                  <a:pt x="480646" y="480646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B176B77C-3FA3-CB0B-F8D5-5FEC5A94BEE6}"/>
              </a:ext>
            </a:extLst>
          </p:cNvPr>
          <p:cNvSpPr/>
          <p:nvPr/>
        </p:nvSpPr>
        <p:spPr>
          <a:xfrm>
            <a:off x="9472246" y="3950677"/>
            <a:ext cx="2069123" cy="2052684"/>
          </a:xfrm>
          <a:custGeom>
            <a:avLst/>
            <a:gdLst>
              <a:gd name="connsiteX0" fmla="*/ 240323 w 2069123"/>
              <a:gd name="connsiteY0" fmla="*/ 814754 h 2052684"/>
              <a:gd name="connsiteX1" fmla="*/ 128954 w 2069123"/>
              <a:gd name="connsiteY1" fmla="*/ 908538 h 2052684"/>
              <a:gd name="connsiteX2" fmla="*/ 0 w 2069123"/>
              <a:gd name="connsiteY2" fmla="*/ 1225061 h 2052684"/>
              <a:gd name="connsiteX3" fmla="*/ 76200 w 2069123"/>
              <a:gd name="connsiteY3" fmla="*/ 1436077 h 2052684"/>
              <a:gd name="connsiteX4" fmla="*/ 433754 w 2069123"/>
              <a:gd name="connsiteY4" fmla="*/ 1793631 h 2052684"/>
              <a:gd name="connsiteX5" fmla="*/ 586154 w 2069123"/>
              <a:gd name="connsiteY5" fmla="*/ 1799492 h 2052684"/>
              <a:gd name="connsiteX6" fmla="*/ 920262 w 2069123"/>
              <a:gd name="connsiteY6" fmla="*/ 1688123 h 2052684"/>
              <a:gd name="connsiteX7" fmla="*/ 996462 w 2069123"/>
              <a:gd name="connsiteY7" fmla="*/ 1594338 h 2052684"/>
              <a:gd name="connsiteX8" fmla="*/ 1019908 w 2069123"/>
              <a:gd name="connsiteY8" fmla="*/ 1506415 h 2052684"/>
              <a:gd name="connsiteX9" fmla="*/ 1055077 w 2069123"/>
              <a:gd name="connsiteY9" fmla="*/ 1412631 h 2052684"/>
              <a:gd name="connsiteX10" fmla="*/ 1060939 w 2069123"/>
              <a:gd name="connsiteY10" fmla="*/ 1348154 h 2052684"/>
              <a:gd name="connsiteX11" fmla="*/ 849923 w 2069123"/>
              <a:gd name="connsiteY11" fmla="*/ 1348154 h 2052684"/>
              <a:gd name="connsiteX12" fmla="*/ 738554 w 2069123"/>
              <a:gd name="connsiteY12" fmla="*/ 1418492 h 2052684"/>
              <a:gd name="connsiteX13" fmla="*/ 685800 w 2069123"/>
              <a:gd name="connsiteY13" fmla="*/ 1600200 h 2052684"/>
              <a:gd name="connsiteX14" fmla="*/ 691662 w 2069123"/>
              <a:gd name="connsiteY14" fmla="*/ 1693985 h 2052684"/>
              <a:gd name="connsiteX15" fmla="*/ 849923 w 2069123"/>
              <a:gd name="connsiteY15" fmla="*/ 1910861 h 2052684"/>
              <a:gd name="connsiteX16" fmla="*/ 1101969 w 2069123"/>
              <a:gd name="connsiteY16" fmla="*/ 2022231 h 2052684"/>
              <a:gd name="connsiteX17" fmla="*/ 1260231 w 2069123"/>
              <a:gd name="connsiteY17" fmla="*/ 2051538 h 2052684"/>
              <a:gd name="connsiteX18" fmla="*/ 1453662 w 2069123"/>
              <a:gd name="connsiteY18" fmla="*/ 2045677 h 2052684"/>
              <a:gd name="connsiteX19" fmla="*/ 1846385 w 2069123"/>
              <a:gd name="connsiteY19" fmla="*/ 1846385 h 2052684"/>
              <a:gd name="connsiteX20" fmla="*/ 1905000 w 2069123"/>
              <a:gd name="connsiteY20" fmla="*/ 1201615 h 2052684"/>
              <a:gd name="connsiteX21" fmla="*/ 1699846 w 2069123"/>
              <a:gd name="connsiteY21" fmla="*/ 902677 h 2052684"/>
              <a:gd name="connsiteX22" fmla="*/ 1582616 w 2069123"/>
              <a:gd name="connsiteY22" fmla="*/ 973015 h 2052684"/>
              <a:gd name="connsiteX23" fmla="*/ 1570892 w 2069123"/>
              <a:gd name="connsiteY23" fmla="*/ 1025769 h 2052684"/>
              <a:gd name="connsiteX24" fmla="*/ 1600200 w 2069123"/>
              <a:gd name="connsiteY24" fmla="*/ 1178169 h 2052684"/>
              <a:gd name="connsiteX25" fmla="*/ 1799492 w 2069123"/>
              <a:gd name="connsiteY25" fmla="*/ 1348154 h 2052684"/>
              <a:gd name="connsiteX26" fmla="*/ 1905000 w 2069123"/>
              <a:gd name="connsiteY26" fmla="*/ 1365738 h 2052684"/>
              <a:gd name="connsiteX27" fmla="*/ 2022231 w 2069123"/>
              <a:gd name="connsiteY27" fmla="*/ 1330569 h 2052684"/>
              <a:gd name="connsiteX28" fmla="*/ 2069123 w 2069123"/>
              <a:gd name="connsiteY28" fmla="*/ 1002323 h 2052684"/>
              <a:gd name="connsiteX29" fmla="*/ 1963616 w 2069123"/>
              <a:gd name="connsiteY29" fmla="*/ 451338 h 2052684"/>
              <a:gd name="connsiteX30" fmla="*/ 1629508 w 2069123"/>
              <a:gd name="connsiteY30" fmla="*/ 175846 h 2052684"/>
              <a:gd name="connsiteX31" fmla="*/ 984739 w 2069123"/>
              <a:gd name="connsiteY31" fmla="*/ 0 h 2052684"/>
              <a:gd name="connsiteX32" fmla="*/ 873369 w 2069123"/>
              <a:gd name="connsiteY32" fmla="*/ 5861 h 2052684"/>
              <a:gd name="connsiteX33" fmla="*/ 744416 w 2069123"/>
              <a:gd name="connsiteY33" fmla="*/ 146538 h 2052684"/>
              <a:gd name="connsiteX34" fmla="*/ 732692 w 2069123"/>
              <a:gd name="connsiteY34" fmla="*/ 269631 h 2052684"/>
              <a:gd name="connsiteX35" fmla="*/ 890954 w 2069123"/>
              <a:gd name="connsiteY35" fmla="*/ 468923 h 2052684"/>
              <a:gd name="connsiteX36" fmla="*/ 943708 w 2069123"/>
              <a:gd name="connsiteY36" fmla="*/ 486508 h 2052684"/>
              <a:gd name="connsiteX37" fmla="*/ 1019908 w 2069123"/>
              <a:gd name="connsiteY37" fmla="*/ 457200 h 2052684"/>
              <a:gd name="connsiteX38" fmla="*/ 1055077 w 2069123"/>
              <a:gd name="connsiteY38" fmla="*/ 381000 h 2052684"/>
              <a:gd name="connsiteX39" fmla="*/ 1049216 w 2069123"/>
              <a:gd name="connsiteY39" fmla="*/ 298938 h 2052684"/>
              <a:gd name="connsiteX40" fmla="*/ 931985 w 2069123"/>
              <a:gd name="connsiteY40" fmla="*/ 187569 h 2052684"/>
              <a:gd name="connsiteX41" fmla="*/ 662354 w 2069123"/>
              <a:gd name="connsiteY41" fmla="*/ 128954 h 2052684"/>
              <a:gd name="connsiteX42" fmla="*/ 521677 w 2069123"/>
              <a:gd name="connsiteY42" fmla="*/ 140677 h 2052684"/>
              <a:gd name="connsiteX43" fmla="*/ 351692 w 2069123"/>
              <a:gd name="connsiteY43" fmla="*/ 187569 h 2052684"/>
              <a:gd name="connsiteX44" fmla="*/ 287216 w 2069123"/>
              <a:gd name="connsiteY44" fmla="*/ 252046 h 2052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069123" h="2052684">
                <a:moveTo>
                  <a:pt x="240323" y="814754"/>
                </a:moveTo>
                <a:cubicBezTo>
                  <a:pt x="203200" y="846015"/>
                  <a:pt x="151251" y="865431"/>
                  <a:pt x="128954" y="908538"/>
                </a:cubicBezTo>
                <a:cubicBezTo>
                  <a:pt x="17727" y="1123578"/>
                  <a:pt x="58232" y="1017093"/>
                  <a:pt x="0" y="1225061"/>
                </a:cubicBezTo>
                <a:cubicBezTo>
                  <a:pt x="25400" y="1295400"/>
                  <a:pt x="38211" y="1371660"/>
                  <a:pt x="76200" y="1436077"/>
                </a:cubicBezTo>
                <a:cubicBezTo>
                  <a:pt x="143764" y="1550642"/>
                  <a:pt x="288889" y="1739977"/>
                  <a:pt x="433754" y="1793631"/>
                </a:cubicBezTo>
                <a:cubicBezTo>
                  <a:pt x="481427" y="1811288"/>
                  <a:pt x="535354" y="1797538"/>
                  <a:pt x="586154" y="1799492"/>
                </a:cubicBezTo>
                <a:cubicBezTo>
                  <a:pt x="714291" y="1772981"/>
                  <a:pt x="808853" y="1766925"/>
                  <a:pt x="920262" y="1688123"/>
                </a:cubicBezTo>
                <a:cubicBezTo>
                  <a:pt x="953147" y="1664863"/>
                  <a:pt x="971062" y="1625600"/>
                  <a:pt x="996462" y="1594338"/>
                </a:cubicBezTo>
                <a:cubicBezTo>
                  <a:pt x="1004277" y="1565030"/>
                  <a:pt x="1010596" y="1535282"/>
                  <a:pt x="1019908" y="1506415"/>
                </a:cubicBezTo>
                <a:cubicBezTo>
                  <a:pt x="1030158" y="1474640"/>
                  <a:pt x="1046698" y="1444950"/>
                  <a:pt x="1055077" y="1412631"/>
                </a:cubicBezTo>
                <a:cubicBezTo>
                  <a:pt x="1060493" y="1391741"/>
                  <a:pt x="1058985" y="1369646"/>
                  <a:pt x="1060939" y="1348154"/>
                </a:cubicBezTo>
                <a:cubicBezTo>
                  <a:pt x="983827" y="1309598"/>
                  <a:pt x="990514" y="1305116"/>
                  <a:pt x="849923" y="1348154"/>
                </a:cubicBezTo>
                <a:cubicBezTo>
                  <a:pt x="807939" y="1361006"/>
                  <a:pt x="738554" y="1418492"/>
                  <a:pt x="738554" y="1418492"/>
                </a:cubicBezTo>
                <a:cubicBezTo>
                  <a:pt x="700438" y="1494724"/>
                  <a:pt x="694459" y="1493397"/>
                  <a:pt x="685800" y="1600200"/>
                </a:cubicBezTo>
                <a:cubicBezTo>
                  <a:pt x="683269" y="1631420"/>
                  <a:pt x="681079" y="1664504"/>
                  <a:pt x="691662" y="1693985"/>
                </a:cubicBezTo>
                <a:cubicBezTo>
                  <a:pt x="719174" y="1770624"/>
                  <a:pt x="782113" y="1861133"/>
                  <a:pt x="849923" y="1910861"/>
                </a:cubicBezTo>
                <a:cubicBezTo>
                  <a:pt x="887648" y="1938526"/>
                  <a:pt x="1085742" y="2017423"/>
                  <a:pt x="1101969" y="2022231"/>
                </a:cubicBezTo>
                <a:cubicBezTo>
                  <a:pt x="1153409" y="2037473"/>
                  <a:pt x="1207477" y="2041769"/>
                  <a:pt x="1260231" y="2051538"/>
                </a:cubicBezTo>
                <a:cubicBezTo>
                  <a:pt x="1324708" y="2049584"/>
                  <a:pt x="1390408" y="2058328"/>
                  <a:pt x="1453662" y="2045677"/>
                </a:cubicBezTo>
                <a:cubicBezTo>
                  <a:pt x="1651959" y="2006018"/>
                  <a:pt x="1688147" y="1957151"/>
                  <a:pt x="1846385" y="1846385"/>
                </a:cubicBezTo>
                <a:cubicBezTo>
                  <a:pt x="1926929" y="1579969"/>
                  <a:pt x="1976640" y="1516209"/>
                  <a:pt x="1905000" y="1201615"/>
                </a:cubicBezTo>
                <a:cubicBezTo>
                  <a:pt x="1880703" y="1094922"/>
                  <a:pt x="1772439" y="984949"/>
                  <a:pt x="1699846" y="902677"/>
                </a:cubicBezTo>
                <a:cubicBezTo>
                  <a:pt x="1659794" y="919366"/>
                  <a:pt x="1608182" y="932110"/>
                  <a:pt x="1582616" y="973015"/>
                </a:cubicBezTo>
                <a:cubicBezTo>
                  <a:pt x="1573069" y="988291"/>
                  <a:pt x="1574800" y="1008184"/>
                  <a:pt x="1570892" y="1025769"/>
                </a:cubicBezTo>
                <a:cubicBezTo>
                  <a:pt x="1580661" y="1076569"/>
                  <a:pt x="1576674" y="1132097"/>
                  <a:pt x="1600200" y="1178169"/>
                </a:cubicBezTo>
                <a:cubicBezTo>
                  <a:pt x="1635652" y="1247596"/>
                  <a:pt x="1721696" y="1322222"/>
                  <a:pt x="1799492" y="1348154"/>
                </a:cubicBezTo>
                <a:cubicBezTo>
                  <a:pt x="1833317" y="1359429"/>
                  <a:pt x="1869831" y="1359877"/>
                  <a:pt x="1905000" y="1365738"/>
                </a:cubicBezTo>
                <a:cubicBezTo>
                  <a:pt x="1944077" y="1354015"/>
                  <a:pt x="1992823" y="1358846"/>
                  <a:pt x="2022231" y="1330569"/>
                </a:cubicBezTo>
                <a:cubicBezTo>
                  <a:pt x="2072038" y="1282678"/>
                  <a:pt x="2068620" y="1011636"/>
                  <a:pt x="2069123" y="1002323"/>
                </a:cubicBezTo>
                <a:cubicBezTo>
                  <a:pt x="2033954" y="818661"/>
                  <a:pt x="2051433" y="616434"/>
                  <a:pt x="1963616" y="451338"/>
                </a:cubicBezTo>
                <a:cubicBezTo>
                  <a:pt x="1895829" y="323898"/>
                  <a:pt x="1757057" y="243428"/>
                  <a:pt x="1629508" y="175846"/>
                </a:cubicBezTo>
                <a:cubicBezTo>
                  <a:pt x="1437741" y="74239"/>
                  <a:pt x="1199247" y="39001"/>
                  <a:pt x="984739" y="0"/>
                </a:cubicBezTo>
                <a:lnTo>
                  <a:pt x="873369" y="5861"/>
                </a:lnTo>
                <a:cubicBezTo>
                  <a:pt x="803804" y="24411"/>
                  <a:pt x="778798" y="93401"/>
                  <a:pt x="744416" y="146538"/>
                </a:cubicBezTo>
                <a:cubicBezTo>
                  <a:pt x="740508" y="187569"/>
                  <a:pt x="723424" y="229470"/>
                  <a:pt x="732692" y="269631"/>
                </a:cubicBezTo>
                <a:cubicBezTo>
                  <a:pt x="746461" y="329299"/>
                  <a:pt x="847145" y="435628"/>
                  <a:pt x="890954" y="468923"/>
                </a:cubicBezTo>
                <a:cubicBezTo>
                  <a:pt x="905712" y="480139"/>
                  <a:pt x="926123" y="480646"/>
                  <a:pt x="943708" y="486508"/>
                </a:cubicBezTo>
                <a:cubicBezTo>
                  <a:pt x="969108" y="476739"/>
                  <a:pt x="1000152" y="475916"/>
                  <a:pt x="1019908" y="457200"/>
                </a:cubicBezTo>
                <a:cubicBezTo>
                  <a:pt x="1040216" y="437960"/>
                  <a:pt x="1049983" y="408507"/>
                  <a:pt x="1055077" y="381000"/>
                </a:cubicBezTo>
                <a:cubicBezTo>
                  <a:pt x="1060071" y="354035"/>
                  <a:pt x="1057531" y="325071"/>
                  <a:pt x="1049216" y="298938"/>
                </a:cubicBezTo>
                <a:cubicBezTo>
                  <a:pt x="1037351" y="261647"/>
                  <a:pt x="950755" y="197475"/>
                  <a:pt x="931985" y="187569"/>
                </a:cubicBezTo>
                <a:cubicBezTo>
                  <a:pt x="822767" y="129926"/>
                  <a:pt x="782812" y="138992"/>
                  <a:pt x="662354" y="128954"/>
                </a:cubicBezTo>
                <a:cubicBezTo>
                  <a:pt x="615462" y="132862"/>
                  <a:pt x="568147" y="133284"/>
                  <a:pt x="521677" y="140677"/>
                </a:cubicBezTo>
                <a:cubicBezTo>
                  <a:pt x="457016" y="150964"/>
                  <a:pt x="410192" y="168070"/>
                  <a:pt x="351692" y="187569"/>
                </a:cubicBezTo>
                <a:lnTo>
                  <a:pt x="287216" y="252046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2444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皓 于</dc:creator>
  <cp:lastModifiedBy>皓 于</cp:lastModifiedBy>
  <cp:revision>10</cp:revision>
  <dcterms:created xsi:type="dcterms:W3CDTF">2024-10-16T07:15:32Z</dcterms:created>
  <dcterms:modified xsi:type="dcterms:W3CDTF">2025-05-30T03:55:05Z</dcterms:modified>
</cp:coreProperties>
</file>